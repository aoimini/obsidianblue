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5"/>
  </p:notesMasterIdLst>
  <p:sldIdLst>
    <p:sldId id="256" r:id="rId2"/>
    <p:sldId id="257" r:id="rId3"/>
    <p:sldId id="258" r:id="rId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56"/>
    <p:restoredTop sz="94610"/>
  </p:normalViewPr>
  <p:slideViewPr>
    <p:cSldViewPr snapToGrid="0" snapToObjects="1">
      <p:cViewPr varScale="1">
        <p:scale>
          <a:sx n="120" d="100"/>
          <a:sy n="120" d="100"/>
        </p:scale>
        <p:origin x="8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55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0144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852065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smtClean="0"/>
              <a:t>6/28/26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4720055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616184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563364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814618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602180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6/28/26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3151128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6/28/26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62017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18660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19631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51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6/28/26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82941048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instagram.com/kaishadaruma/"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www.tiktok.com/@kaishadaruma?_r=1&amp;_t=ZS-92JRWpopRrh"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F2"/>
        </a:solidFill>
        <a:effectLst/>
      </p:bgPr>
    </p:bg>
    <p:spTree>
      <p:nvGrpSpPr>
        <p:cNvPr id="1" name=""/>
        <p:cNvGrpSpPr/>
        <p:nvPr/>
      </p:nvGrpSpPr>
      <p:grpSpPr>
        <a:xfrm>
          <a:off x="0" y="0"/>
          <a:ext cx="0" cy="0"/>
          <a:chOff x="0" y="0"/>
          <a:chExt cx="0" cy="0"/>
        </a:xfrm>
      </p:grpSpPr>
      <p:sp>
        <p:nvSpPr>
          <p:cNvPr id="5" name="Text 3"/>
          <p:cNvSpPr/>
          <p:nvPr/>
        </p:nvSpPr>
        <p:spPr>
          <a:xfrm>
            <a:off x="822960" y="1737360"/>
            <a:ext cx="7498080" cy="365760"/>
          </a:xfrm>
          <a:prstGeom prst="rect">
            <a:avLst/>
          </a:prstGeom>
          <a:noFill/>
          <a:ln/>
        </p:spPr>
        <p:txBody>
          <a:bodyPr wrap="square" lIns="0" tIns="0" rIns="0" bIns="0" rtlCol="0" anchor="ctr"/>
          <a:lstStyle/>
          <a:p>
            <a:pPr marL="0" indent="0">
              <a:buNone/>
            </a:pPr>
            <a:r>
              <a:rPr lang="en-US" sz="1600" b="1" kern="0" spc="200" dirty="0" err="1">
                <a:solidFill>
                  <a:srgbClr val="D89B2B"/>
                </a:solidFill>
                <a:latin typeface="Meiryo UI" panose="020B0604030504040204" pitchFamily="34" charset="-128"/>
                <a:ea typeface="Meiryo UI" panose="020B0604030504040204" pitchFamily="34" charset="-128"/>
                <a:cs typeface="Mintyo UI" pitchFamily="34" charset="-120"/>
              </a:rPr>
              <a:t>カイシャダルマ</a:t>
            </a:r>
            <a:endParaRPr lang="en-US" sz="1600" b="1" kern="0" spc="200" dirty="0">
              <a:solidFill>
                <a:srgbClr val="D89B2B"/>
              </a:solidFill>
              <a:latin typeface="Meiryo UI" panose="020B0604030504040204" pitchFamily="34" charset="-128"/>
              <a:ea typeface="Meiryo UI" panose="020B0604030504040204" pitchFamily="34" charset="-128"/>
              <a:cs typeface="Mintyo UI" pitchFamily="34" charset="-120"/>
            </a:endParaRPr>
          </a:p>
        </p:txBody>
      </p:sp>
      <p:sp>
        <p:nvSpPr>
          <p:cNvPr id="6" name="Text 4"/>
          <p:cNvSpPr/>
          <p:nvPr/>
        </p:nvSpPr>
        <p:spPr>
          <a:xfrm>
            <a:off x="822960" y="2286000"/>
            <a:ext cx="7680960" cy="1280160"/>
          </a:xfrm>
          <a:prstGeom prst="rect">
            <a:avLst/>
          </a:prstGeom>
          <a:noFill/>
          <a:ln/>
        </p:spPr>
        <p:txBody>
          <a:bodyPr wrap="square" lIns="0" tIns="0" rIns="0" bIns="0" rtlCol="0" anchor="ctr"/>
          <a:lstStyle/>
          <a:p>
            <a:pPr marL="0" indent="0">
              <a:buNone/>
            </a:pPr>
            <a:r>
              <a:rPr lang="en-US" sz="5000" b="1" dirty="0">
                <a:solidFill>
                  <a:srgbClr val="C00000"/>
                </a:solidFill>
                <a:latin typeface="Meiryo UI" panose="020B0604030504040204" pitchFamily="34" charset="-128"/>
                <a:ea typeface="Meiryo UI" panose="020B0604030504040204" pitchFamily="34" charset="-128"/>
                <a:cs typeface="Mintyo UI" pitchFamily="34" charset="-120"/>
              </a:rPr>
              <a:t>取材ご協力のお願い</a:t>
            </a:r>
            <a:endParaRPr lang="en-US" sz="5000" dirty="0">
              <a:solidFill>
                <a:srgbClr val="C00000"/>
              </a:solidFill>
              <a:latin typeface="Meiryo UI" panose="020B0604030504040204" pitchFamily="34" charset="-128"/>
              <a:ea typeface="Meiryo UI" panose="020B0604030504040204" pitchFamily="34" charset="-128"/>
            </a:endParaRPr>
          </a:p>
        </p:txBody>
      </p:sp>
      <p:sp>
        <p:nvSpPr>
          <p:cNvPr id="7" name="Shape 5"/>
          <p:cNvSpPr/>
          <p:nvPr/>
        </p:nvSpPr>
        <p:spPr>
          <a:xfrm>
            <a:off x="868680" y="3840480"/>
            <a:ext cx="2011680" cy="0"/>
          </a:xfrm>
          <a:prstGeom prst="line">
            <a:avLst/>
          </a:prstGeom>
          <a:noFill/>
          <a:ln w="25400">
            <a:solidFill>
              <a:srgbClr val="D89B2B"/>
            </a:solidFill>
            <a:prstDash val="solid"/>
          </a:ln>
        </p:spPr>
        <p:txBody>
          <a:bodyPr/>
          <a:lstStyle/>
          <a:p>
            <a:endParaRPr lang="ja-JP" altLang="en-US">
              <a:latin typeface="Meiryo UI" panose="020B0604030504040204" pitchFamily="34" charset="-128"/>
              <a:ea typeface="Meiryo UI" panose="020B0604030504040204" pitchFamily="34" charset="-128"/>
            </a:endParaRPr>
          </a:p>
        </p:txBody>
      </p:sp>
      <p:sp>
        <p:nvSpPr>
          <p:cNvPr id="9" name="Text 7"/>
          <p:cNvSpPr/>
          <p:nvPr/>
        </p:nvSpPr>
        <p:spPr>
          <a:xfrm>
            <a:off x="868680" y="4146549"/>
            <a:ext cx="7315200" cy="365760"/>
          </a:xfrm>
          <a:prstGeom prst="rect">
            <a:avLst/>
          </a:prstGeom>
          <a:noFill/>
          <a:ln/>
        </p:spPr>
        <p:txBody>
          <a:bodyPr wrap="square" lIns="0" tIns="0" rIns="0" bIns="0" rtlCol="0" anchor="ctr"/>
          <a:lstStyle/>
          <a:p>
            <a:r>
              <a:rPr lang="en-US" dirty="0" err="1">
                <a:solidFill>
                  <a:srgbClr val="8A7E78"/>
                </a:solidFill>
                <a:latin typeface="Meiryo UI" panose="020B0604030504040204" pitchFamily="34" charset="-128"/>
                <a:ea typeface="Meiryo UI" panose="020B0604030504040204" pitchFamily="34" charset="-128"/>
                <a:cs typeface="Mintyo UI" pitchFamily="34" charset="-120"/>
              </a:rPr>
              <a:t>株式会社FINCHI</a:t>
            </a:r>
            <a:r>
              <a:rPr lang="ja-JP" altLang="en-US">
                <a:solidFill>
                  <a:srgbClr val="8A7E78"/>
                </a:solidFill>
                <a:latin typeface="Meiryo UI" panose="020B0604030504040204" pitchFamily="34" charset="-128"/>
                <a:ea typeface="Meiryo UI" panose="020B0604030504040204" pitchFamily="34" charset="-128"/>
                <a:cs typeface="Mintyo UI" pitchFamily="34" charset="-120"/>
              </a:rPr>
              <a:t>　</a:t>
            </a:r>
            <a:r>
              <a:rPr lang="en-US" dirty="0">
                <a:solidFill>
                  <a:srgbClr val="8A7E78"/>
                </a:solidFill>
                <a:latin typeface="Meiryo UI" panose="020B0604030504040204" pitchFamily="34" charset="-128"/>
                <a:ea typeface="Meiryo UI" panose="020B0604030504040204" pitchFamily="34" charset="-128"/>
                <a:cs typeface="Mintyo UI" pitchFamily="34" charset="-120"/>
              </a:rPr>
              <a:t> 御中</a:t>
            </a:r>
            <a:endParaRPr lang="en-US" dirty="0">
              <a:latin typeface="Meiryo UI" panose="020B0604030504040204" pitchFamily="34" charset="-128"/>
              <a:ea typeface="Meiryo UI" panose="020B0604030504040204" pitchFamily="34" charset="-128"/>
            </a:endParaRPr>
          </a:p>
        </p:txBody>
      </p:sp>
      <p:pic>
        <p:nvPicPr>
          <p:cNvPr id="1026" name="Picture 2" descr="SIMPLE PROTEIN">
            <a:extLst>
              <a:ext uri="{FF2B5EF4-FFF2-40B4-BE49-F238E27FC236}">
                <a16:creationId xmlns:a16="http://schemas.microsoft.com/office/drawing/2014/main" id="{8DE17819-E426-A436-3EF2-1919BC6B2F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802" y="1920240"/>
            <a:ext cx="4143518" cy="2272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F2"/>
        </a:solidFill>
        <a:effectLst/>
      </p:bgPr>
    </p:bg>
    <p:spTree>
      <p:nvGrpSpPr>
        <p:cNvPr id="1" name=""/>
        <p:cNvGrpSpPr/>
        <p:nvPr/>
      </p:nvGrpSpPr>
      <p:grpSpPr>
        <a:xfrm>
          <a:off x="0" y="0"/>
          <a:ext cx="0" cy="0"/>
          <a:chOff x="0" y="0"/>
          <a:chExt cx="0" cy="0"/>
        </a:xfrm>
      </p:grpSpPr>
      <p:sp>
        <p:nvSpPr>
          <p:cNvPr id="2" name="Shape 0"/>
          <p:cNvSpPr/>
          <p:nvPr/>
        </p:nvSpPr>
        <p:spPr>
          <a:xfrm>
            <a:off x="548640" y="502920"/>
            <a:ext cx="237744" cy="23774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3" name="Text 1"/>
          <p:cNvSpPr/>
          <p:nvPr/>
        </p:nvSpPr>
        <p:spPr>
          <a:xfrm>
            <a:off x="868680" y="457200"/>
            <a:ext cx="10058400" cy="320040"/>
          </a:xfrm>
          <a:prstGeom prst="rect">
            <a:avLst/>
          </a:prstGeom>
          <a:noFill/>
          <a:ln/>
        </p:spPr>
        <p:txBody>
          <a:bodyPr wrap="square" lIns="0" tIns="0" rIns="0" bIns="0" rtlCol="0" anchor="ctr"/>
          <a:lstStyle/>
          <a:p>
            <a:pPr marL="0" indent="0">
              <a:buNone/>
            </a:pPr>
            <a:r>
              <a:rPr lang="en-US" sz="1300" b="1" kern="0" spc="200" dirty="0">
                <a:solidFill>
                  <a:srgbClr val="B11226"/>
                </a:solidFill>
                <a:latin typeface="Meiryo UI" panose="020B0604030504040204" pitchFamily="34" charset="-128"/>
                <a:ea typeface="Meiryo UI" panose="020B0604030504040204" pitchFamily="34" charset="-128"/>
                <a:cs typeface="Mintyo UI" pitchFamily="34" charset="-120"/>
              </a:rPr>
              <a:t>ABOUT</a:t>
            </a:r>
            <a:endParaRPr lang="en-US" sz="1300" dirty="0">
              <a:latin typeface="Meiryo UI" panose="020B0604030504040204" pitchFamily="34" charset="-128"/>
              <a:ea typeface="Meiryo UI" panose="020B0604030504040204" pitchFamily="34" charset="-128"/>
            </a:endParaRPr>
          </a:p>
        </p:txBody>
      </p:sp>
      <p:sp>
        <p:nvSpPr>
          <p:cNvPr id="4" name="Text 2"/>
          <p:cNvSpPr/>
          <p:nvPr/>
        </p:nvSpPr>
        <p:spPr>
          <a:xfrm>
            <a:off x="548640" y="749808"/>
            <a:ext cx="11064240" cy="640080"/>
          </a:xfrm>
          <a:prstGeom prst="rect">
            <a:avLst/>
          </a:prstGeom>
          <a:noFill/>
          <a:ln/>
        </p:spPr>
        <p:txBody>
          <a:bodyPr wrap="square" lIns="0" tIns="0" rIns="0" bIns="0" rtlCol="0" anchor="ctr"/>
          <a:lstStyle/>
          <a:p>
            <a:pPr marL="0" indent="0">
              <a:buNone/>
            </a:pPr>
            <a:r>
              <a:rPr lang="en-US" sz="3000" b="1" dirty="0">
                <a:solidFill>
                  <a:srgbClr val="2A1416"/>
                </a:solidFill>
                <a:latin typeface="Meiryo UI" panose="020B0604030504040204" pitchFamily="34" charset="-128"/>
                <a:ea typeface="Meiryo UI" panose="020B0604030504040204" pitchFamily="34" charset="-128"/>
                <a:cs typeface="Mintyo UI" pitchFamily="34" charset="-120"/>
              </a:rPr>
              <a:t>本企画について</a:t>
            </a:r>
            <a:endParaRPr lang="en-US" sz="3000" dirty="0">
              <a:latin typeface="Meiryo UI" panose="020B0604030504040204" pitchFamily="34" charset="-128"/>
              <a:ea typeface="Meiryo UI" panose="020B0604030504040204" pitchFamily="34" charset="-128"/>
            </a:endParaRPr>
          </a:p>
        </p:txBody>
      </p:sp>
      <p:sp>
        <p:nvSpPr>
          <p:cNvPr id="5" name="Text 3"/>
          <p:cNvSpPr/>
          <p:nvPr/>
        </p:nvSpPr>
        <p:spPr>
          <a:xfrm>
            <a:off x="548640" y="1149737"/>
            <a:ext cx="11064240" cy="1463040"/>
          </a:xfrm>
          <a:prstGeom prst="rect">
            <a:avLst/>
          </a:prstGeom>
          <a:noFill/>
          <a:ln/>
        </p:spPr>
        <p:txBody>
          <a:bodyPr wrap="square" lIns="0" tIns="0" rIns="0" bIns="0" rtlCol="0" anchor="ctr"/>
          <a:lstStyle/>
          <a:p>
            <a:pPr marL="0" indent="0">
              <a:lnSpc>
                <a:spcPct val="130000"/>
              </a:lnSpc>
              <a:buNone/>
            </a:pPr>
            <a:r>
              <a:rPr lang="en-US" sz="1600" dirty="0">
                <a:solidFill>
                  <a:srgbClr val="4A4A4A"/>
                </a:solidFill>
                <a:latin typeface="Meiryo UI" panose="020B0604030504040204" pitchFamily="34" charset="-128"/>
                <a:ea typeface="Meiryo UI" panose="020B0604030504040204" pitchFamily="34" charset="-128"/>
                <a:cs typeface="Mintyo UI" pitchFamily="34" charset="-120"/>
              </a:rPr>
              <a:t>「カイシャダルマ」を導入された企業様の目標宣言と、納品時のリアルな反応やインタビューを通じて、企業独自のカラーと未来への想いを届ける短尺動画企画です。</a:t>
            </a:r>
            <a:endParaRPr lang="en-US" sz="1600" dirty="0">
              <a:latin typeface="Meiryo UI" panose="020B0604030504040204" pitchFamily="34" charset="-128"/>
              <a:ea typeface="Meiryo UI" panose="020B0604030504040204" pitchFamily="34" charset="-128"/>
            </a:endParaRPr>
          </a:p>
        </p:txBody>
      </p:sp>
      <p:sp>
        <p:nvSpPr>
          <p:cNvPr id="12" name="Text 5">
            <a:extLst>
              <a:ext uri="{FF2B5EF4-FFF2-40B4-BE49-F238E27FC236}">
                <a16:creationId xmlns:a16="http://schemas.microsoft.com/office/drawing/2014/main" id="{BFFF50B3-4646-EA71-E4EE-367B7EA29276}"/>
              </a:ext>
            </a:extLst>
          </p:cNvPr>
          <p:cNvSpPr/>
          <p:nvPr/>
        </p:nvSpPr>
        <p:spPr>
          <a:xfrm>
            <a:off x="548640" y="2237404"/>
            <a:ext cx="4297680" cy="548640"/>
          </a:xfrm>
          <a:prstGeom prst="rect">
            <a:avLst/>
          </a:prstGeom>
          <a:noFill/>
          <a:ln/>
        </p:spPr>
        <p:txBody>
          <a:bodyPr wrap="square" lIns="0" tIns="0" rIns="0" bIns="0" rtlCol="0" anchor="ctr"/>
          <a:lstStyle/>
          <a:p>
            <a:pPr marL="0" indent="0">
              <a:buNone/>
            </a:pPr>
            <a:r>
              <a:rPr lang="en-US" sz="1600" b="1" dirty="0">
                <a:solidFill>
                  <a:srgbClr val="C00000"/>
                </a:solidFill>
                <a:latin typeface="Meiryo UI" panose="020B0604030504040204" pitchFamily="34" charset="-128"/>
                <a:ea typeface="Meiryo UI" panose="020B0604030504040204" pitchFamily="34" charset="-128"/>
                <a:cs typeface="Mintyo UI" pitchFamily="34" charset="-120"/>
              </a:rPr>
              <a:t>事前のご準備のお願い</a:t>
            </a:r>
            <a:endParaRPr lang="en-US" sz="1600" dirty="0">
              <a:solidFill>
                <a:srgbClr val="C00000"/>
              </a:solidFill>
              <a:latin typeface="Meiryo UI" panose="020B0604030504040204" pitchFamily="34" charset="-128"/>
              <a:ea typeface="Meiryo UI" panose="020B0604030504040204" pitchFamily="34" charset="-128"/>
            </a:endParaRPr>
          </a:p>
        </p:txBody>
      </p:sp>
      <p:sp>
        <p:nvSpPr>
          <p:cNvPr id="13" name="Text 6">
            <a:extLst>
              <a:ext uri="{FF2B5EF4-FFF2-40B4-BE49-F238E27FC236}">
                <a16:creationId xmlns:a16="http://schemas.microsoft.com/office/drawing/2014/main" id="{673E8B9C-240F-8819-F340-DF75CFBC6C84}"/>
              </a:ext>
            </a:extLst>
          </p:cNvPr>
          <p:cNvSpPr/>
          <p:nvPr/>
        </p:nvSpPr>
        <p:spPr>
          <a:xfrm>
            <a:off x="548640" y="2683294"/>
            <a:ext cx="10744200" cy="589548"/>
          </a:xfrm>
          <a:prstGeom prst="rect">
            <a:avLst/>
          </a:prstGeom>
          <a:noFill/>
          <a:ln/>
        </p:spPr>
        <p:txBody>
          <a:bodyPr wrap="square" lIns="0" tIns="0" rIns="0" bIns="0" rtlCol="0" anchor="t"/>
          <a:lstStyle/>
          <a:p>
            <a:pPr marL="0" indent="0">
              <a:lnSpc>
                <a:spcPct val="125000"/>
              </a:lnSpc>
              <a:buNone/>
            </a:pPr>
            <a:r>
              <a:rPr lang="en-US" sz="1500" dirty="0">
                <a:solidFill>
                  <a:srgbClr val="4A4A4A"/>
                </a:solidFill>
                <a:latin typeface="Meiryo UI" panose="020B0604030504040204" pitchFamily="34" charset="-128"/>
                <a:ea typeface="Meiryo UI" panose="020B0604030504040204" pitchFamily="34" charset="-128"/>
                <a:cs typeface="Mintyo UI" pitchFamily="34" charset="-120"/>
              </a:rPr>
              <a:t>SNSへの顔出し掲載がOKな方を 1〜数名 </a:t>
            </a:r>
            <a:r>
              <a:rPr lang="en-US" sz="1500" dirty="0" err="1">
                <a:solidFill>
                  <a:srgbClr val="4A4A4A"/>
                </a:solidFill>
                <a:latin typeface="Meiryo UI" panose="020B0604030504040204" pitchFamily="34" charset="-128"/>
                <a:ea typeface="Meiryo UI" panose="020B0604030504040204" pitchFamily="34" charset="-128"/>
                <a:cs typeface="Mintyo UI" pitchFamily="34" charset="-120"/>
              </a:rPr>
              <a:t>お決めください</a:t>
            </a:r>
            <a:r>
              <a:rPr lang="en-US" sz="1500" dirty="0">
                <a:solidFill>
                  <a:srgbClr val="4A4A4A"/>
                </a:solidFill>
                <a:latin typeface="Meiryo UI" panose="020B0604030504040204" pitchFamily="34" charset="-128"/>
                <a:ea typeface="Meiryo UI" panose="020B0604030504040204" pitchFamily="34" charset="-128"/>
                <a:cs typeface="Mintyo UI" pitchFamily="34" charset="-120"/>
              </a:rPr>
              <a:t>。</a:t>
            </a:r>
            <a:endParaRPr lang="en-US" sz="1500" dirty="0">
              <a:latin typeface="Meiryo UI" panose="020B0604030504040204" pitchFamily="34" charset="-128"/>
              <a:ea typeface="Meiryo UI" panose="020B0604030504040204" pitchFamily="34" charset="-128"/>
            </a:endParaRPr>
          </a:p>
          <a:p>
            <a:pPr marL="0" indent="0">
              <a:lnSpc>
                <a:spcPct val="125000"/>
              </a:lnSpc>
              <a:buNone/>
            </a:pPr>
            <a:r>
              <a:rPr lang="en-US" sz="1500" dirty="0" err="1">
                <a:solidFill>
                  <a:srgbClr val="4A4A4A"/>
                </a:solidFill>
                <a:latin typeface="Meiryo UI" panose="020B0604030504040204" pitchFamily="34" charset="-128"/>
                <a:ea typeface="Meiryo UI" panose="020B0604030504040204" pitchFamily="34" charset="-128"/>
                <a:cs typeface="Mintyo UI" pitchFamily="34" charset="-120"/>
              </a:rPr>
              <a:t>またボードに掲載する「目標」や、下の質問への回答を、簡単で構いませんのでお考えいただけますと幸いです</a:t>
            </a:r>
            <a:r>
              <a:rPr lang="en-US" sz="1500" dirty="0">
                <a:solidFill>
                  <a:srgbClr val="4A4A4A"/>
                </a:solidFill>
                <a:latin typeface="Meiryo UI" panose="020B0604030504040204" pitchFamily="34" charset="-128"/>
                <a:ea typeface="Meiryo UI" panose="020B0604030504040204" pitchFamily="34" charset="-128"/>
                <a:cs typeface="Mintyo UI" pitchFamily="34" charset="-120"/>
              </a:rPr>
              <a:t>。</a:t>
            </a:r>
            <a:endParaRPr lang="en-US" sz="1500" dirty="0">
              <a:latin typeface="Meiryo UI" panose="020B0604030504040204" pitchFamily="34" charset="-128"/>
              <a:ea typeface="Meiryo UI" panose="020B0604030504040204" pitchFamily="34" charset="-128"/>
            </a:endParaRPr>
          </a:p>
        </p:txBody>
      </p:sp>
      <p:sp>
        <p:nvSpPr>
          <p:cNvPr id="14" name="Shape 7">
            <a:extLst>
              <a:ext uri="{FF2B5EF4-FFF2-40B4-BE49-F238E27FC236}">
                <a16:creationId xmlns:a16="http://schemas.microsoft.com/office/drawing/2014/main" id="{26372410-B0A7-CFB8-39CF-037672CC3F3A}"/>
              </a:ext>
            </a:extLst>
          </p:cNvPr>
          <p:cNvSpPr/>
          <p:nvPr/>
        </p:nvSpPr>
        <p:spPr>
          <a:xfrm>
            <a:off x="548640" y="3803355"/>
            <a:ext cx="11064240" cy="2779373"/>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latin typeface="Meiryo UI" panose="020B0604030504040204" pitchFamily="34" charset="-128"/>
              <a:ea typeface="Meiryo UI" panose="020B0604030504040204" pitchFamily="34" charset="-128"/>
            </a:endParaRPr>
          </a:p>
        </p:txBody>
      </p:sp>
      <p:sp>
        <p:nvSpPr>
          <p:cNvPr id="15" name="Shape 8">
            <a:extLst>
              <a:ext uri="{FF2B5EF4-FFF2-40B4-BE49-F238E27FC236}">
                <a16:creationId xmlns:a16="http://schemas.microsoft.com/office/drawing/2014/main" id="{F28AC984-F18C-107C-16C7-0C30B85C276F}"/>
              </a:ext>
            </a:extLst>
          </p:cNvPr>
          <p:cNvSpPr/>
          <p:nvPr/>
        </p:nvSpPr>
        <p:spPr>
          <a:xfrm>
            <a:off x="548640" y="3449585"/>
            <a:ext cx="11064240" cy="486798"/>
          </a:xfrm>
          <a:prstGeom prst="rect">
            <a:avLst/>
          </a:prstGeom>
          <a:solidFill>
            <a:srgbClr val="D89B2B"/>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16" name="Text 9">
            <a:extLst>
              <a:ext uri="{FF2B5EF4-FFF2-40B4-BE49-F238E27FC236}">
                <a16:creationId xmlns:a16="http://schemas.microsoft.com/office/drawing/2014/main" id="{4F09606C-F6C5-5250-A0A0-A48C8880E6A8}"/>
              </a:ext>
            </a:extLst>
          </p:cNvPr>
          <p:cNvSpPr/>
          <p:nvPr/>
        </p:nvSpPr>
        <p:spPr>
          <a:xfrm>
            <a:off x="667512" y="3429016"/>
            <a:ext cx="5486400" cy="548640"/>
          </a:xfrm>
          <a:prstGeom prst="rect">
            <a:avLst/>
          </a:prstGeom>
          <a:noFill/>
          <a:ln/>
        </p:spPr>
        <p:txBody>
          <a:bodyPr wrap="square" lIns="0" tIns="0" rIns="0" bIns="0" rtlCol="0" anchor="ctr"/>
          <a:lstStyle/>
          <a:p>
            <a:pPr marL="0" indent="0">
              <a:buNone/>
            </a:pPr>
            <a:r>
              <a:rPr lang="en-US" sz="1600" b="1" dirty="0">
                <a:solidFill>
                  <a:srgbClr val="FFFFFF"/>
                </a:solidFill>
                <a:latin typeface="Meiryo UI" panose="020B0604030504040204" pitchFamily="34" charset="-128"/>
                <a:ea typeface="Meiryo UI" panose="020B0604030504040204" pitchFamily="34" charset="-128"/>
                <a:cs typeface="Mintyo UI" pitchFamily="34" charset="-120"/>
              </a:rPr>
              <a:t>当日お聞きすること</a:t>
            </a:r>
            <a:endParaRPr lang="en-US" sz="1600" dirty="0">
              <a:latin typeface="Meiryo UI" panose="020B0604030504040204" pitchFamily="34" charset="-128"/>
              <a:ea typeface="Meiryo UI" panose="020B0604030504040204" pitchFamily="34" charset="-128"/>
            </a:endParaRPr>
          </a:p>
        </p:txBody>
      </p:sp>
      <p:sp>
        <p:nvSpPr>
          <p:cNvPr id="17" name="Shape 10">
            <a:extLst>
              <a:ext uri="{FF2B5EF4-FFF2-40B4-BE49-F238E27FC236}">
                <a16:creationId xmlns:a16="http://schemas.microsoft.com/office/drawing/2014/main" id="{7DB41D68-A707-21BA-A8BC-0EA3BFC8271B}"/>
              </a:ext>
            </a:extLst>
          </p:cNvPr>
          <p:cNvSpPr/>
          <p:nvPr/>
        </p:nvSpPr>
        <p:spPr>
          <a:xfrm>
            <a:off x="667512" y="4123389"/>
            <a:ext cx="512064" cy="51206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18" name="Text 11">
            <a:extLst>
              <a:ext uri="{FF2B5EF4-FFF2-40B4-BE49-F238E27FC236}">
                <a16:creationId xmlns:a16="http://schemas.microsoft.com/office/drawing/2014/main" id="{83213D00-FE1E-B2CB-A710-44DDDB7EF7DC}"/>
              </a:ext>
            </a:extLst>
          </p:cNvPr>
          <p:cNvSpPr/>
          <p:nvPr/>
        </p:nvSpPr>
        <p:spPr>
          <a:xfrm>
            <a:off x="667512" y="4123389"/>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34" charset="-128"/>
                <a:ea typeface="Meiryo UI" panose="020B0604030504040204" pitchFamily="34" charset="-128"/>
                <a:cs typeface="Mintyo UI" pitchFamily="34" charset="-120"/>
              </a:rPr>
              <a:t>Q1</a:t>
            </a:r>
            <a:endParaRPr lang="en-US" sz="1200" dirty="0">
              <a:latin typeface="Meiryo UI" panose="020B0604030504040204" pitchFamily="34" charset="-128"/>
              <a:ea typeface="Meiryo UI" panose="020B0604030504040204" pitchFamily="34" charset="-128"/>
            </a:endParaRPr>
          </a:p>
        </p:txBody>
      </p:sp>
      <p:sp>
        <p:nvSpPr>
          <p:cNvPr id="19" name="Text 12">
            <a:extLst>
              <a:ext uri="{FF2B5EF4-FFF2-40B4-BE49-F238E27FC236}">
                <a16:creationId xmlns:a16="http://schemas.microsoft.com/office/drawing/2014/main" id="{F1AA83CA-88E1-0B09-9E2D-D6530C76F7FF}"/>
              </a:ext>
            </a:extLst>
          </p:cNvPr>
          <p:cNvSpPr/>
          <p:nvPr/>
        </p:nvSpPr>
        <p:spPr>
          <a:xfrm>
            <a:off x="1307592" y="4077669"/>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eiryo UI" panose="020B0604030504040204" pitchFamily="34" charset="-128"/>
                <a:ea typeface="Meiryo UI" panose="020B0604030504040204" pitchFamily="34" charset="-128"/>
                <a:cs typeface="Mintyo UI" pitchFamily="34" charset="-120"/>
              </a:rPr>
              <a:t>お仕事の内容</a:t>
            </a:r>
            <a:endParaRPr lang="en-US" sz="1350" dirty="0">
              <a:latin typeface="Meiryo UI" panose="020B0604030504040204" pitchFamily="34" charset="-128"/>
              <a:ea typeface="Meiryo UI" panose="020B0604030504040204" pitchFamily="34" charset="-128"/>
            </a:endParaRPr>
          </a:p>
        </p:txBody>
      </p:sp>
      <p:sp>
        <p:nvSpPr>
          <p:cNvPr id="20" name="Shape 13">
            <a:extLst>
              <a:ext uri="{FF2B5EF4-FFF2-40B4-BE49-F238E27FC236}">
                <a16:creationId xmlns:a16="http://schemas.microsoft.com/office/drawing/2014/main" id="{E7D27152-F217-DFC3-F3A3-3D77D35BD939}"/>
              </a:ext>
            </a:extLst>
          </p:cNvPr>
          <p:cNvSpPr/>
          <p:nvPr/>
        </p:nvSpPr>
        <p:spPr>
          <a:xfrm>
            <a:off x="667512" y="4836621"/>
            <a:ext cx="512064" cy="51206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21" name="Text 14">
            <a:extLst>
              <a:ext uri="{FF2B5EF4-FFF2-40B4-BE49-F238E27FC236}">
                <a16:creationId xmlns:a16="http://schemas.microsoft.com/office/drawing/2014/main" id="{A3E7A019-A263-06B7-4161-D40BA379DF47}"/>
              </a:ext>
            </a:extLst>
          </p:cNvPr>
          <p:cNvSpPr/>
          <p:nvPr/>
        </p:nvSpPr>
        <p:spPr>
          <a:xfrm>
            <a:off x="667512" y="4836621"/>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34" charset="-128"/>
                <a:ea typeface="Meiryo UI" panose="020B0604030504040204" pitchFamily="34" charset="-128"/>
                <a:cs typeface="Mintyo UI" pitchFamily="34" charset="-120"/>
              </a:rPr>
              <a:t>Q2</a:t>
            </a:r>
            <a:endParaRPr lang="en-US" sz="1200" dirty="0">
              <a:latin typeface="Meiryo UI" panose="020B0604030504040204" pitchFamily="34" charset="-128"/>
              <a:ea typeface="Meiryo UI" panose="020B0604030504040204" pitchFamily="34" charset="-128"/>
            </a:endParaRPr>
          </a:p>
        </p:txBody>
      </p:sp>
      <p:sp>
        <p:nvSpPr>
          <p:cNvPr id="22" name="Text 15">
            <a:extLst>
              <a:ext uri="{FF2B5EF4-FFF2-40B4-BE49-F238E27FC236}">
                <a16:creationId xmlns:a16="http://schemas.microsoft.com/office/drawing/2014/main" id="{015AE7BD-55B6-2AE6-74C6-05C370339767}"/>
              </a:ext>
            </a:extLst>
          </p:cNvPr>
          <p:cNvSpPr/>
          <p:nvPr/>
        </p:nvSpPr>
        <p:spPr>
          <a:xfrm>
            <a:off x="1307592" y="4790901"/>
            <a:ext cx="4485132" cy="603504"/>
          </a:xfrm>
          <a:prstGeom prst="rect">
            <a:avLst/>
          </a:prstGeom>
          <a:noFill/>
          <a:ln/>
        </p:spPr>
        <p:txBody>
          <a:bodyPr wrap="square" lIns="0" tIns="0" rIns="0" bIns="0" rtlCol="0" anchor="ctr"/>
          <a:lstStyle/>
          <a:p>
            <a:pPr marL="0" indent="0">
              <a:buNone/>
            </a:pPr>
            <a:r>
              <a:rPr lang="en-US" sz="1350" dirty="0" err="1">
                <a:solidFill>
                  <a:srgbClr val="4A4A4A"/>
                </a:solidFill>
                <a:latin typeface="Meiryo UI" panose="020B0604030504040204" pitchFamily="34" charset="-128"/>
                <a:ea typeface="Meiryo UI" panose="020B0604030504040204" pitchFamily="34" charset="-128"/>
                <a:cs typeface="Mintyo UI" pitchFamily="34" charset="-120"/>
              </a:rPr>
              <a:t>発注しただるまのデザイン</a:t>
            </a:r>
            <a:endParaRPr lang="en-US" sz="1350" dirty="0">
              <a:solidFill>
                <a:srgbClr val="4A4A4A"/>
              </a:solidFill>
              <a:latin typeface="Meiryo UI" panose="020B0604030504040204" pitchFamily="34" charset="-128"/>
              <a:ea typeface="Meiryo UI" panose="020B0604030504040204" pitchFamily="34" charset="-128"/>
              <a:cs typeface="Mintyo UI" pitchFamily="34" charset="-120"/>
            </a:endParaRPr>
          </a:p>
          <a:p>
            <a:pPr marL="0" indent="0">
              <a:buNone/>
            </a:pPr>
            <a:r>
              <a:rPr lang="en-US" sz="1350" dirty="0">
                <a:solidFill>
                  <a:srgbClr val="4A4A4A"/>
                </a:solidFill>
                <a:latin typeface="Meiryo UI" panose="020B0604030504040204" pitchFamily="34" charset="-128"/>
                <a:ea typeface="Meiryo UI" panose="020B0604030504040204" pitchFamily="34" charset="-128"/>
                <a:cs typeface="Mintyo UI" pitchFamily="34" charset="-120"/>
              </a:rPr>
              <a:t>（難しければ会社ロゴ・カラーのこだわり）</a:t>
            </a:r>
            <a:endParaRPr lang="en-US" sz="1350" dirty="0">
              <a:latin typeface="Meiryo UI" panose="020B0604030504040204" pitchFamily="34" charset="-128"/>
              <a:ea typeface="Meiryo UI" panose="020B0604030504040204" pitchFamily="34" charset="-128"/>
            </a:endParaRPr>
          </a:p>
        </p:txBody>
      </p:sp>
      <p:sp>
        <p:nvSpPr>
          <p:cNvPr id="23" name="Shape 16">
            <a:extLst>
              <a:ext uri="{FF2B5EF4-FFF2-40B4-BE49-F238E27FC236}">
                <a16:creationId xmlns:a16="http://schemas.microsoft.com/office/drawing/2014/main" id="{4D85701B-4098-FF26-5737-426F76AAEDE0}"/>
              </a:ext>
            </a:extLst>
          </p:cNvPr>
          <p:cNvSpPr/>
          <p:nvPr/>
        </p:nvSpPr>
        <p:spPr>
          <a:xfrm>
            <a:off x="667512" y="5549853"/>
            <a:ext cx="512064" cy="51206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24" name="Text 17">
            <a:extLst>
              <a:ext uri="{FF2B5EF4-FFF2-40B4-BE49-F238E27FC236}">
                <a16:creationId xmlns:a16="http://schemas.microsoft.com/office/drawing/2014/main" id="{27CD6555-6BED-4B7A-00B6-077C76CB9630}"/>
              </a:ext>
            </a:extLst>
          </p:cNvPr>
          <p:cNvSpPr/>
          <p:nvPr/>
        </p:nvSpPr>
        <p:spPr>
          <a:xfrm>
            <a:off x="667512" y="5549853"/>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34" charset="-128"/>
                <a:ea typeface="Meiryo UI" panose="020B0604030504040204" pitchFamily="34" charset="-128"/>
                <a:cs typeface="Mintyo UI" pitchFamily="34" charset="-120"/>
              </a:rPr>
              <a:t>Q3</a:t>
            </a:r>
            <a:endParaRPr lang="en-US" sz="1200" dirty="0">
              <a:latin typeface="Meiryo UI" panose="020B0604030504040204" pitchFamily="34" charset="-128"/>
              <a:ea typeface="Meiryo UI" panose="020B0604030504040204" pitchFamily="34" charset="-128"/>
            </a:endParaRPr>
          </a:p>
        </p:txBody>
      </p:sp>
      <p:sp>
        <p:nvSpPr>
          <p:cNvPr id="25" name="Text 18">
            <a:extLst>
              <a:ext uri="{FF2B5EF4-FFF2-40B4-BE49-F238E27FC236}">
                <a16:creationId xmlns:a16="http://schemas.microsoft.com/office/drawing/2014/main" id="{CE4E88BD-6009-17A4-6428-5D502DF50AEC}"/>
              </a:ext>
            </a:extLst>
          </p:cNvPr>
          <p:cNvSpPr/>
          <p:nvPr/>
        </p:nvSpPr>
        <p:spPr>
          <a:xfrm>
            <a:off x="1307592" y="5504133"/>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eiryo UI" panose="020B0604030504040204" pitchFamily="34" charset="-128"/>
                <a:ea typeface="Meiryo UI" panose="020B0604030504040204" pitchFamily="34" charset="-128"/>
                <a:cs typeface="Mintyo UI" pitchFamily="34" charset="-120"/>
              </a:rPr>
              <a:t>仕事のやりがい・大変だったこと</a:t>
            </a:r>
            <a:endParaRPr lang="en-US" sz="1350" dirty="0">
              <a:latin typeface="Meiryo UI" panose="020B0604030504040204" pitchFamily="34" charset="-128"/>
              <a:ea typeface="Meiryo UI" panose="020B0604030504040204" pitchFamily="34" charset="-128"/>
            </a:endParaRPr>
          </a:p>
        </p:txBody>
      </p:sp>
      <p:sp>
        <p:nvSpPr>
          <p:cNvPr id="26" name="Shape 19">
            <a:extLst>
              <a:ext uri="{FF2B5EF4-FFF2-40B4-BE49-F238E27FC236}">
                <a16:creationId xmlns:a16="http://schemas.microsoft.com/office/drawing/2014/main" id="{5709DEA7-1242-F938-6864-E7E2DD87CAFC}"/>
              </a:ext>
            </a:extLst>
          </p:cNvPr>
          <p:cNvSpPr/>
          <p:nvPr/>
        </p:nvSpPr>
        <p:spPr>
          <a:xfrm>
            <a:off x="5920740" y="4169108"/>
            <a:ext cx="512064" cy="51206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27" name="Text 20">
            <a:extLst>
              <a:ext uri="{FF2B5EF4-FFF2-40B4-BE49-F238E27FC236}">
                <a16:creationId xmlns:a16="http://schemas.microsoft.com/office/drawing/2014/main" id="{9748F6CC-6408-F0C7-CB34-B60A04D52851}"/>
              </a:ext>
            </a:extLst>
          </p:cNvPr>
          <p:cNvSpPr/>
          <p:nvPr/>
        </p:nvSpPr>
        <p:spPr>
          <a:xfrm>
            <a:off x="5920740" y="4169108"/>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34" charset="-128"/>
                <a:ea typeface="Meiryo UI" panose="020B0604030504040204" pitchFamily="34" charset="-128"/>
                <a:cs typeface="Mintyo UI" pitchFamily="34" charset="-120"/>
              </a:rPr>
              <a:t>Q4</a:t>
            </a:r>
            <a:endParaRPr lang="en-US" sz="1200" dirty="0">
              <a:latin typeface="Meiryo UI" panose="020B0604030504040204" pitchFamily="34" charset="-128"/>
              <a:ea typeface="Meiryo UI" panose="020B0604030504040204" pitchFamily="34" charset="-128"/>
            </a:endParaRPr>
          </a:p>
        </p:txBody>
      </p:sp>
      <p:sp>
        <p:nvSpPr>
          <p:cNvPr id="28" name="Text 21">
            <a:extLst>
              <a:ext uri="{FF2B5EF4-FFF2-40B4-BE49-F238E27FC236}">
                <a16:creationId xmlns:a16="http://schemas.microsoft.com/office/drawing/2014/main" id="{5742E645-A0EF-0CB5-A418-ECEEED4F6EB6}"/>
              </a:ext>
            </a:extLst>
          </p:cNvPr>
          <p:cNvSpPr/>
          <p:nvPr/>
        </p:nvSpPr>
        <p:spPr>
          <a:xfrm>
            <a:off x="6560820" y="4123388"/>
            <a:ext cx="4937760" cy="603504"/>
          </a:xfrm>
          <a:prstGeom prst="rect">
            <a:avLst/>
          </a:prstGeom>
          <a:noFill/>
          <a:ln/>
        </p:spPr>
        <p:txBody>
          <a:bodyPr wrap="square" lIns="0" tIns="0" rIns="0" bIns="0" rtlCol="0" anchor="ctr"/>
          <a:lstStyle/>
          <a:p>
            <a:pPr marL="0" indent="0">
              <a:buNone/>
            </a:pPr>
            <a:r>
              <a:rPr lang="en-US" sz="1350" dirty="0">
                <a:solidFill>
                  <a:srgbClr val="4A4A4A"/>
                </a:solidFill>
                <a:latin typeface="Meiryo UI" panose="020B0604030504040204" pitchFamily="34" charset="-128"/>
                <a:ea typeface="Meiryo UI" panose="020B0604030504040204" pitchFamily="34" charset="-128"/>
                <a:cs typeface="Mintyo UI" pitchFamily="34" charset="-120"/>
              </a:rPr>
              <a:t>事業を始めた／その仕事に就いた理由</a:t>
            </a:r>
            <a:endParaRPr lang="en-US" sz="1350" dirty="0">
              <a:latin typeface="Meiryo UI" panose="020B0604030504040204" pitchFamily="34" charset="-128"/>
              <a:ea typeface="Meiryo UI" panose="020B0604030504040204" pitchFamily="34" charset="-128"/>
            </a:endParaRPr>
          </a:p>
        </p:txBody>
      </p:sp>
      <p:sp>
        <p:nvSpPr>
          <p:cNvPr id="29" name="Shape 22">
            <a:extLst>
              <a:ext uri="{FF2B5EF4-FFF2-40B4-BE49-F238E27FC236}">
                <a16:creationId xmlns:a16="http://schemas.microsoft.com/office/drawing/2014/main" id="{3A97C4D7-D683-21AF-7DEB-52877A1AC40A}"/>
              </a:ext>
            </a:extLst>
          </p:cNvPr>
          <p:cNvSpPr/>
          <p:nvPr/>
        </p:nvSpPr>
        <p:spPr>
          <a:xfrm>
            <a:off x="5920740" y="4882340"/>
            <a:ext cx="512064" cy="51206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30" name="Text 23">
            <a:extLst>
              <a:ext uri="{FF2B5EF4-FFF2-40B4-BE49-F238E27FC236}">
                <a16:creationId xmlns:a16="http://schemas.microsoft.com/office/drawing/2014/main" id="{07111764-2B30-C0A2-90C1-BB2122134D0C}"/>
              </a:ext>
            </a:extLst>
          </p:cNvPr>
          <p:cNvSpPr/>
          <p:nvPr/>
        </p:nvSpPr>
        <p:spPr>
          <a:xfrm>
            <a:off x="5920740" y="4882340"/>
            <a:ext cx="512064"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34" charset="-128"/>
                <a:ea typeface="Meiryo UI" panose="020B0604030504040204" pitchFamily="34" charset="-128"/>
                <a:cs typeface="Mintyo UI" pitchFamily="34" charset="-120"/>
              </a:rPr>
              <a:t>Q5</a:t>
            </a:r>
            <a:endParaRPr lang="en-US" sz="1200" dirty="0">
              <a:latin typeface="Meiryo UI" panose="020B0604030504040204" pitchFamily="34" charset="-128"/>
              <a:ea typeface="Meiryo UI" panose="020B0604030504040204" pitchFamily="34" charset="-128"/>
            </a:endParaRPr>
          </a:p>
        </p:txBody>
      </p:sp>
      <p:sp>
        <p:nvSpPr>
          <p:cNvPr id="31" name="Text 24">
            <a:extLst>
              <a:ext uri="{FF2B5EF4-FFF2-40B4-BE49-F238E27FC236}">
                <a16:creationId xmlns:a16="http://schemas.microsoft.com/office/drawing/2014/main" id="{1D75328A-8E70-A47E-C96B-4BED6BA7E1BE}"/>
              </a:ext>
            </a:extLst>
          </p:cNvPr>
          <p:cNvSpPr/>
          <p:nvPr/>
        </p:nvSpPr>
        <p:spPr>
          <a:xfrm>
            <a:off x="6560820" y="4836620"/>
            <a:ext cx="4732020" cy="603504"/>
          </a:xfrm>
          <a:prstGeom prst="rect">
            <a:avLst/>
          </a:prstGeom>
          <a:noFill/>
          <a:ln/>
        </p:spPr>
        <p:txBody>
          <a:bodyPr wrap="square" lIns="0" tIns="0" rIns="0" bIns="0" rtlCol="0" anchor="ctr"/>
          <a:lstStyle/>
          <a:p>
            <a:pPr marL="0" indent="0">
              <a:buNone/>
            </a:pPr>
            <a:r>
              <a:rPr lang="en-US" sz="1350" dirty="0" err="1">
                <a:solidFill>
                  <a:srgbClr val="4A4A4A"/>
                </a:solidFill>
                <a:latin typeface="Meiryo UI" panose="020B0604030504040204" pitchFamily="34" charset="-128"/>
                <a:ea typeface="Meiryo UI" panose="020B0604030504040204" pitchFamily="34" charset="-128"/>
                <a:cs typeface="Mintyo UI" pitchFamily="34" charset="-120"/>
              </a:rPr>
              <a:t>これからの目標</a:t>
            </a:r>
            <a:endParaRPr lang="en-US" sz="1350" dirty="0">
              <a:solidFill>
                <a:srgbClr val="4A4A4A"/>
              </a:solidFill>
              <a:latin typeface="Meiryo UI" panose="020B0604030504040204" pitchFamily="34" charset="-128"/>
              <a:ea typeface="Meiryo UI" panose="020B0604030504040204" pitchFamily="34" charset="-128"/>
              <a:cs typeface="Mintyo UI" pitchFamily="34" charset="-120"/>
            </a:endParaRPr>
          </a:p>
          <a:p>
            <a:pPr marL="0" indent="0">
              <a:buNone/>
            </a:pPr>
            <a:r>
              <a:rPr lang="en-US" sz="1350" dirty="0">
                <a:solidFill>
                  <a:srgbClr val="4A4A4A"/>
                </a:solidFill>
                <a:latin typeface="Meiryo UI" panose="020B0604030504040204" pitchFamily="34" charset="-128"/>
                <a:ea typeface="Meiryo UI" panose="020B0604030504040204" pitchFamily="34" charset="-128"/>
                <a:cs typeface="Mintyo UI" pitchFamily="34" charset="-120"/>
              </a:rPr>
              <a:t>（</a:t>
            </a:r>
            <a:r>
              <a:rPr lang="en-US" sz="1350" dirty="0" err="1">
                <a:solidFill>
                  <a:srgbClr val="4A4A4A"/>
                </a:solidFill>
                <a:latin typeface="Meiryo UI" panose="020B0604030504040204" pitchFamily="34" charset="-128"/>
                <a:ea typeface="Meiryo UI" panose="020B0604030504040204" pitchFamily="34" charset="-128"/>
                <a:cs typeface="Mintyo UI" pitchFamily="34" charset="-120"/>
              </a:rPr>
              <a:t>だるまに込める願い</a:t>
            </a:r>
            <a:r>
              <a:rPr lang="en-US" sz="1350" dirty="0">
                <a:solidFill>
                  <a:srgbClr val="4A4A4A"/>
                </a:solidFill>
                <a:latin typeface="Meiryo UI" panose="020B0604030504040204" pitchFamily="34" charset="-128"/>
                <a:ea typeface="Meiryo UI" panose="020B0604030504040204" pitchFamily="34" charset="-128"/>
                <a:cs typeface="Mintyo UI" pitchFamily="34" charset="-120"/>
              </a:rPr>
              <a:t> </a:t>
            </a:r>
            <a:r>
              <a:rPr lang="en-US" sz="1350" dirty="0" err="1">
                <a:solidFill>
                  <a:srgbClr val="4A4A4A"/>
                </a:solidFill>
                <a:latin typeface="Meiryo UI" panose="020B0604030504040204" pitchFamily="34" charset="-128"/>
                <a:ea typeface="Meiryo UI" panose="020B0604030504040204" pitchFamily="34" charset="-128"/>
                <a:cs typeface="Mintyo UI" pitchFamily="34" charset="-120"/>
              </a:rPr>
              <a:t>を込めて、撮影時にホワイトボードへ記入いただきます</a:t>
            </a:r>
            <a:r>
              <a:rPr lang="en-US" sz="1350" dirty="0">
                <a:solidFill>
                  <a:srgbClr val="4A4A4A"/>
                </a:solidFill>
                <a:latin typeface="Meiryo UI" panose="020B0604030504040204" pitchFamily="34" charset="-128"/>
                <a:ea typeface="Meiryo UI" panose="020B0604030504040204" pitchFamily="34" charset="-128"/>
                <a:cs typeface="Mintyo UI" pitchFamily="34" charset="-120"/>
              </a:rPr>
              <a:t>）</a:t>
            </a:r>
            <a:endParaRPr lang="en-US" sz="1350" dirty="0">
              <a:latin typeface="Meiryo UI" panose="020B0604030504040204" pitchFamily="34" charset="-128"/>
              <a:ea typeface="Meiryo UI" panose="020B0604030504040204" pitchFamily="34" charset="-128"/>
            </a:endParaRPr>
          </a:p>
        </p:txBody>
      </p:sp>
      <p:sp>
        <p:nvSpPr>
          <p:cNvPr id="8" name="Text 6"/>
          <p:cNvSpPr/>
          <p:nvPr/>
        </p:nvSpPr>
        <p:spPr>
          <a:xfrm>
            <a:off x="5971620" y="5611282"/>
            <a:ext cx="2377440" cy="383567"/>
          </a:xfrm>
          <a:prstGeom prst="rect">
            <a:avLst/>
          </a:prstGeom>
          <a:noFill/>
          <a:ln/>
        </p:spPr>
        <p:txBody>
          <a:bodyPr wrap="square" lIns="0" tIns="0" rIns="0" bIns="0" rtlCol="0" anchor="ctr"/>
          <a:lstStyle/>
          <a:p>
            <a:pPr marL="0" indent="0">
              <a:buNone/>
            </a:pPr>
            <a:r>
              <a:rPr lang="en-US" sz="1400" b="1" dirty="0" err="1">
                <a:solidFill>
                  <a:srgbClr val="B11226"/>
                </a:solidFill>
                <a:latin typeface="Meiryo UI" panose="020B0604030504040204" pitchFamily="34" charset="-128"/>
                <a:ea typeface="Meiryo UI" panose="020B0604030504040204" pitchFamily="34" charset="-128"/>
                <a:cs typeface="Mintyo UI" pitchFamily="34" charset="-120"/>
              </a:rPr>
              <a:t>掲載先</a:t>
            </a:r>
            <a:endParaRPr lang="en-US" sz="1400" b="1" dirty="0">
              <a:solidFill>
                <a:srgbClr val="B11226"/>
              </a:solidFill>
              <a:latin typeface="Meiryo UI" panose="020B0604030504040204" pitchFamily="34" charset="-128"/>
              <a:ea typeface="Meiryo UI" panose="020B0604030504040204" pitchFamily="34" charset="-128"/>
              <a:cs typeface="Mintyo UI" pitchFamily="34" charset="-120"/>
            </a:endParaRPr>
          </a:p>
        </p:txBody>
      </p:sp>
      <p:sp>
        <p:nvSpPr>
          <p:cNvPr id="9" name="Text 7"/>
          <p:cNvSpPr/>
          <p:nvPr/>
        </p:nvSpPr>
        <p:spPr>
          <a:xfrm>
            <a:off x="5983050" y="5444690"/>
            <a:ext cx="4732020" cy="1588169"/>
          </a:xfrm>
          <a:prstGeom prst="rect">
            <a:avLst/>
          </a:prstGeom>
          <a:noFill/>
          <a:ln/>
        </p:spPr>
        <p:txBody>
          <a:bodyPr wrap="square" lIns="0" tIns="0" rIns="0" bIns="0" rtlCol="0" anchor="ctr"/>
          <a:lstStyle/>
          <a:p>
            <a:r>
              <a:rPr lang="ja-JP" altLang="en-US" sz="1100" b="1">
                <a:solidFill>
                  <a:srgbClr val="2A1416"/>
                </a:solidFill>
                <a:latin typeface="Meiryo UI" panose="020B0604030504040204" pitchFamily="34" charset="-128"/>
                <a:ea typeface="Meiryo UI" panose="020B0604030504040204" pitchFamily="34" charset="-128"/>
                <a:cs typeface="Mintyo UI" pitchFamily="34" charset="-120"/>
              </a:rPr>
              <a:t>カイシャダルマ公式</a:t>
            </a:r>
            <a:r>
              <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rPr>
              <a:t>SNS</a:t>
            </a:r>
          </a:p>
          <a:p>
            <a:r>
              <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rPr>
              <a:t>Instagram </a:t>
            </a:r>
            <a:r>
              <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hlinkClick r:id="rId3"/>
              </a:rPr>
              <a:t>https://www.instagram.com/kaishadaruma/</a:t>
            </a:r>
            <a:r>
              <a:rPr lang="ja-JP" altLang="en-US" sz="1100" b="1">
                <a:solidFill>
                  <a:srgbClr val="2A1416"/>
                </a:solidFill>
                <a:latin typeface="Meiryo UI" panose="020B0604030504040204" pitchFamily="34" charset="-128"/>
                <a:ea typeface="Meiryo UI" panose="020B0604030504040204" pitchFamily="34" charset="-128"/>
                <a:cs typeface="Mintyo UI" pitchFamily="34" charset="-120"/>
              </a:rPr>
              <a:t>　</a:t>
            </a:r>
            <a:endPar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endParaRPr>
          </a:p>
          <a:p>
            <a:r>
              <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rPr>
              <a:t>TikTok </a:t>
            </a:r>
            <a:r>
              <a:rPr lang="en-US" altLang="ja-JP" sz="1100" b="1" dirty="0">
                <a:solidFill>
                  <a:srgbClr val="2A1416"/>
                </a:solidFill>
                <a:latin typeface="Meiryo UI" panose="020B0604030504040204" pitchFamily="34" charset="-128"/>
                <a:ea typeface="Meiryo UI" panose="020B0604030504040204" pitchFamily="34" charset="-128"/>
                <a:cs typeface="Mintyo UI" pitchFamily="34" charset="-120"/>
                <a:hlinkClick r:id="rId4"/>
              </a:rPr>
              <a:t>https://www.tiktok.com/@kaishadaruma</a:t>
            </a:r>
            <a:endParaRPr lang="en-US" sz="1100" dirty="0">
              <a:latin typeface="Meiryo UI" panose="020B0604030504040204" pitchFamily="34" charset="-128"/>
              <a:ea typeface="Meiryo UI" panose="020B060403050404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F1"/>
        </a:solidFill>
        <a:effectLst/>
      </p:bgPr>
    </p:bg>
    <p:spTree>
      <p:nvGrpSpPr>
        <p:cNvPr id="1" name=""/>
        <p:cNvGrpSpPr/>
        <p:nvPr/>
      </p:nvGrpSpPr>
      <p:grpSpPr>
        <a:xfrm>
          <a:off x="0" y="0"/>
          <a:ext cx="0" cy="0"/>
          <a:chOff x="0" y="0"/>
          <a:chExt cx="0" cy="0"/>
        </a:xfrm>
      </p:grpSpPr>
      <p:sp>
        <p:nvSpPr>
          <p:cNvPr id="13" name="Shape 3">
            <a:extLst>
              <a:ext uri="{FF2B5EF4-FFF2-40B4-BE49-F238E27FC236}">
                <a16:creationId xmlns:a16="http://schemas.microsoft.com/office/drawing/2014/main" id="{541A0253-F84B-6016-D794-FEE4D24D05E4}"/>
              </a:ext>
            </a:extLst>
          </p:cNvPr>
          <p:cNvSpPr>
            <a:spLocks/>
          </p:cNvSpPr>
          <p:nvPr/>
        </p:nvSpPr>
        <p:spPr>
          <a:xfrm>
            <a:off x="716279" y="4094548"/>
            <a:ext cx="11291513" cy="1298442"/>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latin typeface="Meiryo UI" panose="020B0604030504040204" pitchFamily="34" charset="-128"/>
              <a:ea typeface="Meiryo UI" panose="020B0604030504040204" pitchFamily="34" charset="-128"/>
            </a:endParaRPr>
          </a:p>
        </p:txBody>
      </p:sp>
      <p:sp>
        <p:nvSpPr>
          <p:cNvPr id="14" name="Shape 8">
            <a:extLst>
              <a:ext uri="{FF2B5EF4-FFF2-40B4-BE49-F238E27FC236}">
                <a16:creationId xmlns:a16="http://schemas.microsoft.com/office/drawing/2014/main" id="{757EEE80-3E2A-7F2E-D3A2-47C87CB4D12F}"/>
              </a:ext>
            </a:extLst>
          </p:cNvPr>
          <p:cNvSpPr>
            <a:spLocks/>
          </p:cNvSpPr>
          <p:nvPr/>
        </p:nvSpPr>
        <p:spPr>
          <a:xfrm>
            <a:off x="565405" y="5492635"/>
            <a:ext cx="364235" cy="934746"/>
          </a:xfrm>
          <a:prstGeom prst="rect">
            <a:avLst/>
          </a:prstGeom>
          <a:solidFill>
            <a:srgbClr val="B11226"/>
          </a:solidFill>
          <a:ln/>
        </p:spPr>
        <p:txBody>
          <a:bodyPr anchor="ctr"/>
          <a:lstStyle/>
          <a:p>
            <a:pPr algn="ctr"/>
            <a:r>
              <a:rPr lang="en-US" altLang="ja-JP" dirty="0">
                <a:solidFill>
                  <a:schemeClr val="bg1"/>
                </a:solidFill>
                <a:latin typeface="Meiryo UI" panose="020B0604030504040204" pitchFamily="34" charset="-128"/>
                <a:ea typeface="Meiryo UI" panose="020B0604030504040204" pitchFamily="34" charset="-128"/>
              </a:rPr>
              <a:t>5</a:t>
            </a:r>
            <a:endParaRPr lang="ja-JP" altLang="en-US">
              <a:solidFill>
                <a:schemeClr val="bg1"/>
              </a:solidFill>
              <a:latin typeface="Meiryo UI" panose="020B0604030504040204" pitchFamily="34" charset="-128"/>
              <a:ea typeface="Meiryo UI" panose="020B0604030504040204" pitchFamily="34" charset="-128"/>
            </a:endParaRPr>
          </a:p>
        </p:txBody>
      </p:sp>
      <p:sp>
        <p:nvSpPr>
          <p:cNvPr id="2" name="Shape 0"/>
          <p:cNvSpPr/>
          <p:nvPr/>
        </p:nvSpPr>
        <p:spPr>
          <a:xfrm>
            <a:off x="548640" y="502920"/>
            <a:ext cx="237744" cy="237744"/>
          </a:xfrm>
          <a:prstGeom prst="ellipse">
            <a:avLst/>
          </a:prstGeom>
          <a:solidFill>
            <a:srgbClr val="B11226"/>
          </a:solidFill>
          <a:ln/>
        </p:spPr>
        <p:txBody>
          <a:bodyPr/>
          <a:lstStyle/>
          <a:p>
            <a:endParaRPr lang="ja-JP" altLang="en-US">
              <a:latin typeface="Meiryo UI" panose="020B0604030504040204" pitchFamily="34" charset="-128"/>
              <a:ea typeface="Meiryo UI" panose="020B0604030504040204" pitchFamily="34" charset="-128"/>
            </a:endParaRPr>
          </a:p>
        </p:txBody>
      </p:sp>
      <p:sp>
        <p:nvSpPr>
          <p:cNvPr id="3" name="Text 1"/>
          <p:cNvSpPr/>
          <p:nvPr/>
        </p:nvSpPr>
        <p:spPr>
          <a:xfrm>
            <a:off x="868680" y="457200"/>
            <a:ext cx="10058400" cy="320040"/>
          </a:xfrm>
          <a:prstGeom prst="rect">
            <a:avLst/>
          </a:prstGeom>
          <a:noFill/>
          <a:ln/>
        </p:spPr>
        <p:txBody>
          <a:bodyPr wrap="square" lIns="0" tIns="0" rIns="0" bIns="0" rtlCol="0" anchor="ctr"/>
          <a:lstStyle/>
          <a:p>
            <a:pPr marL="0" indent="0">
              <a:buNone/>
            </a:pPr>
            <a:r>
              <a:rPr lang="en-US" sz="1300" b="1" kern="0" spc="200" dirty="0">
                <a:solidFill>
                  <a:srgbClr val="B11226"/>
                </a:solidFill>
                <a:latin typeface="Meiryo UI" panose="020B0604030504040204" pitchFamily="34" charset="-128"/>
                <a:ea typeface="Meiryo UI" panose="020B0604030504040204" pitchFamily="34" charset="-128"/>
                <a:cs typeface="Mintyo UI" pitchFamily="34" charset="-120"/>
              </a:rPr>
              <a:t>STRUCTURE</a:t>
            </a:r>
            <a:endParaRPr lang="en-US" sz="1300" dirty="0">
              <a:latin typeface="Meiryo UI" panose="020B0604030504040204" pitchFamily="34" charset="-128"/>
              <a:ea typeface="Meiryo UI" panose="020B0604030504040204" pitchFamily="34" charset="-128"/>
            </a:endParaRPr>
          </a:p>
        </p:txBody>
      </p:sp>
      <p:sp>
        <p:nvSpPr>
          <p:cNvPr id="4" name="Text 2"/>
          <p:cNvSpPr/>
          <p:nvPr/>
        </p:nvSpPr>
        <p:spPr>
          <a:xfrm>
            <a:off x="548640" y="749808"/>
            <a:ext cx="11064240" cy="640080"/>
          </a:xfrm>
          <a:prstGeom prst="rect">
            <a:avLst/>
          </a:prstGeom>
          <a:noFill/>
          <a:ln/>
        </p:spPr>
        <p:txBody>
          <a:bodyPr wrap="square" lIns="0" tIns="0" rIns="0" bIns="0" rtlCol="0" anchor="ctr"/>
          <a:lstStyle/>
          <a:p>
            <a:pPr marL="0" indent="0">
              <a:buNone/>
            </a:pPr>
            <a:r>
              <a:rPr lang="en-US" sz="3000" b="1" dirty="0" err="1">
                <a:solidFill>
                  <a:srgbClr val="2A1416"/>
                </a:solidFill>
                <a:latin typeface="Meiryo UI" panose="020B0604030504040204" pitchFamily="34" charset="-128"/>
                <a:ea typeface="Meiryo UI" panose="020B0604030504040204" pitchFamily="34" charset="-128"/>
                <a:cs typeface="Mintyo UI" pitchFamily="34" charset="-120"/>
              </a:rPr>
              <a:t>構成</a:t>
            </a:r>
            <a:endParaRPr lang="en-US" sz="3000" dirty="0">
              <a:latin typeface="Meiryo UI" panose="020B0604030504040204" pitchFamily="34" charset="-128"/>
              <a:ea typeface="Meiryo UI" panose="020B0604030504040204" pitchFamily="34" charset="-128"/>
            </a:endParaRPr>
          </a:p>
        </p:txBody>
      </p:sp>
      <p:graphicFrame>
        <p:nvGraphicFramePr>
          <p:cNvPr id="5" name="Table 0"/>
          <p:cNvGraphicFramePr>
            <a:graphicFrameLocks noGrp="1"/>
          </p:cNvGraphicFramePr>
          <p:nvPr>
            <p:extLst>
              <p:ext uri="{D42A27DB-BD31-4B8C-83A1-F6EECF244321}">
                <p14:modId xmlns:p14="http://schemas.microsoft.com/office/powerpoint/2010/main" val="258515372"/>
              </p:ext>
            </p:extLst>
          </p:nvPr>
        </p:nvGraphicFramePr>
        <p:xfrm>
          <a:off x="548640" y="1449258"/>
          <a:ext cx="6644638" cy="2273465"/>
        </p:xfrm>
        <a:graphic>
          <a:graphicData uri="http://schemas.openxmlformats.org/drawingml/2006/table">
            <a:tbl>
              <a:tblPr/>
              <a:tblGrid>
                <a:gridCol w="384400">
                  <a:extLst>
                    <a:ext uri="{9D8B030D-6E8A-4147-A177-3AD203B41FA5}">
                      <a16:colId xmlns:a16="http://schemas.microsoft.com/office/drawing/2014/main" val="20000"/>
                    </a:ext>
                  </a:extLst>
                </a:gridCol>
                <a:gridCol w="1317945">
                  <a:extLst>
                    <a:ext uri="{9D8B030D-6E8A-4147-A177-3AD203B41FA5}">
                      <a16:colId xmlns:a16="http://schemas.microsoft.com/office/drawing/2014/main" val="20001"/>
                    </a:ext>
                  </a:extLst>
                </a:gridCol>
                <a:gridCol w="713887">
                  <a:extLst>
                    <a:ext uri="{9D8B030D-6E8A-4147-A177-3AD203B41FA5}">
                      <a16:colId xmlns:a16="http://schemas.microsoft.com/office/drawing/2014/main" val="20002"/>
                    </a:ext>
                  </a:extLst>
                </a:gridCol>
                <a:gridCol w="4228406">
                  <a:extLst>
                    <a:ext uri="{9D8B030D-6E8A-4147-A177-3AD203B41FA5}">
                      <a16:colId xmlns:a16="http://schemas.microsoft.com/office/drawing/2014/main" val="20003"/>
                    </a:ext>
                  </a:extLst>
                </a:gridCol>
              </a:tblGrid>
              <a:tr h="264701">
                <a:tc>
                  <a:txBody>
                    <a:bodyPr/>
                    <a:lstStyle/>
                    <a:p>
                      <a:pPr marL="0" indent="0" algn="ctr">
                        <a:buNone/>
                      </a:pPr>
                      <a:endParaRPr lang="en-US" sz="1400" dirty="0">
                        <a:latin typeface="Mintyo UI" charset="0"/>
                        <a:ea typeface="Mintyo UI" charset="0"/>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カット</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尺</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tc>
                  <a:txBody>
                    <a:bodyPr/>
                    <a:lstStyle/>
                    <a:p>
                      <a:pPr marL="0" indent="0" algn="ctr">
                        <a:buNone/>
                      </a:pPr>
                      <a:r>
                        <a:rPr lang="en-US" sz="1400" b="1" i="0" dirty="0">
                          <a:solidFill>
                            <a:srgbClr val="FFFFFF"/>
                          </a:solidFill>
                          <a:latin typeface="Meiryo UI" panose="020B0604030504040204" pitchFamily="34" charset="-128"/>
                          <a:ea typeface="Meiryo UI" panose="020B0604030504040204" pitchFamily="34" charset="-128"/>
                          <a:cs typeface="Mintyo UI" pitchFamily="34" charset="-120"/>
                        </a:rPr>
                        <a:t>内容</a:t>
                      </a:r>
                      <a:endParaRPr lang="en-US" sz="1400" b="1" i="0" dirty="0">
                        <a:latin typeface="Meiryo UI" panose="020B0604030504040204" pitchFamily="34" charset="-128"/>
                        <a:ea typeface="Meiryo UI" panose="020B060403050404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2A1416"/>
                    </a:solidFill>
                  </a:tcPr>
                </a:tc>
                <a:extLst>
                  <a:ext uri="{0D108BD9-81ED-4DB2-BD59-A6C34878D82A}">
                    <a16:rowId xmlns:a16="http://schemas.microsoft.com/office/drawing/2014/main" val="10000"/>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1</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フック</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0–3秒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a:solidFill>
                            <a:srgbClr val="4A4A4A"/>
                          </a:solidFill>
                          <a:latin typeface="MS UI Gothic" panose="020B0600070205080204" pitchFamily="34" charset="-128"/>
                          <a:ea typeface="MS UI Gothic" panose="020B0600070205080204" pitchFamily="34" charset="-128"/>
                          <a:cs typeface="Mintyo UI" pitchFamily="34" charset="-120"/>
                        </a:rPr>
                        <a:t>後半インタビューカットの切り抜きを使用予定</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937">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2</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開封</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3–5秒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段ボールを開ける様子</a:t>
                      </a:r>
                      <a:r>
                        <a:rPr lang="ja-JP" altLang="en-US" sz="1400">
                          <a:solidFill>
                            <a:srgbClr val="4A4A4A"/>
                          </a:solidFill>
                          <a:latin typeface="MS UI Gothic" panose="020B0600070205080204" pitchFamily="34" charset="-128"/>
                          <a:ea typeface="MS UI Gothic" panose="020B0600070205080204" pitchFamily="34" charset="-128"/>
                          <a:cs typeface="Mintyo UI" pitchFamily="34" charset="-120"/>
                        </a:rPr>
                        <a:t>　</a:t>
                      </a:r>
                      <a:r>
                        <a:rPr lang="en-US" altLang="ja-JP" sz="1400" dirty="0">
                          <a:solidFill>
                            <a:srgbClr val="4A4A4A"/>
                          </a:solidFill>
                          <a:latin typeface="MS UI Gothic" panose="020B0600070205080204" pitchFamily="34" charset="-128"/>
                          <a:ea typeface="MS UI Gothic" panose="020B0600070205080204" pitchFamily="34" charset="-128"/>
                          <a:cs typeface="Mintyo UI" pitchFamily="34" charset="-120"/>
                        </a:rPr>
                        <a:t>※</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extLst>
                  <a:ext uri="{0D108BD9-81ED-4DB2-BD59-A6C34878D82A}">
                    <a16:rowId xmlns:a16="http://schemas.microsoft.com/office/drawing/2014/main" val="10002"/>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3</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取り出し</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8–13秒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段ボールから取り出す様子</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4</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インタビュー</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13–25秒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業務内容・だるまのこだわり・やりがい・大変だったこと</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4ECE5"/>
                    </a:solidFill>
                  </a:tcPr>
                </a:tc>
                <a:extLst>
                  <a:ext uri="{0D108BD9-81ED-4DB2-BD59-A6C34878D82A}">
                    <a16:rowId xmlns:a16="http://schemas.microsoft.com/office/drawing/2014/main" val="10004"/>
                  </a:ext>
                </a:extLst>
              </a:tr>
              <a:tr h="392682">
                <a:tc>
                  <a:txBody>
                    <a:bodyPr/>
                    <a:lstStyle/>
                    <a:p>
                      <a:pPr marL="0" indent="0" algn="ctr">
                        <a:buNone/>
                      </a:pPr>
                      <a:r>
                        <a:rPr lang="en-US" sz="1500" b="1" dirty="0">
                          <a:solidFill>
                            <a:srgbClr val="FFFFFF"/>
                          </a:solidFill>
                          <a:latin typeface="MS UI Gothic" panose="020B0600070205080204" pitchFamily="34" charset="-128"/>
                          <a:ea typeface="MS UI Gothic" panose="020B0600070205080204" pitchFamily="34" charset="-128"/>
                          <a:cs typeface="Mintyo UI" pitchFamily="34" charset="-120"/>
                        </a:rPr>
                        <a:t>5</a:t>
                      </a:r>
                      <a:endParaRPr lang="en-US" sz="15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B11226"/>
                    </a:solidFill>
                  </a:tcPr>
                </a:tc>
                <a:tc>
                  <a:txBody>
                    <a:bodyPr/>
                    <a:lstStyle/>
                    <a:p>
                      <a:pPr marL="0" indent="0">
                        <a:buNone/>
                      </a:pPr>
                      <a:r>
                        <a:rPr lang="en-US" sz="1400" b="1" dirty="0">
                          <a:solidFill>
                            <a:srgbClr val="2A1416"/>
                          </a:solidFill>
                          <a:latin typeface="MS UI Gothic" panose="020B0600070205080204" pitchFamily="34" charset="-128"/>
                          <a:ea typeface="MS UI Gothic" panose="020B0600070205080204" pitchFamily="34" charset="-128"/>
                          <a:cs typeface="Mintyo UI" pitchFamily="34" charset="-120"/>
                        </a:rPr>
                        <a:t>意気込み</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1A1A"/>
                          </a:solidFill>
                          <a:latin typeface="MS UI Gothic" panose="020B0600070205080204" pitchFamily="34" charset="-128"/>
                          <a:ea typeface="MS UI Gothic" panose="020B0600070205080204" pitchFamily="34" charset="-128"/>
                          <a:cs typeface="Mintyo UI" pitchFamily="34" charset="-120"/>
                        </a:rPr>
                        <a:t>25–35秒</a:t>
                      </a:r>
                      <a:endParaRPr lang="en-US" sz="11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tc>
                  <a:txBody>
                    <a:bodyPr/>
                    <a:lstStyle/>
                    <a:p>
                      <a:pPr marL="0" indent="0">
                        <a:buNone/>
                      </a:pPr>
                      <a:r>
                        <a:rPr lang="en-US" sz="1400" dirty="0" err="1">
                          <a:solidFill>
                            <a:srgbClr val="4A4A4A"/>
                          </a:solidFill>
                          <a:latin typeface="MS UI Gothic" panose="020B0600070205080204" pitchFamily="34" charset="-128"/>
                          <a:ea typeface="MS UI Gothic" panose="020B0600070205080204" pitchFamily="34" charset="-128"/>
                          <a:cs typeface="Mintyo UI" pitchFamily="34" charset="-120"/>
                        </a:rPr>
                        <a:t>ホワイトボードを持って目標宣言</a:t>
                      </a:r>
                      <a:endParaRPr lang="en-US" sz="1400" dirty="0">
                        <a:latin typeface="MS UI Gothic" panose="020B0600070205080204" pitchFamily="34" charset="-128"/>
                        <a:ea typeface="MS UI Gothic" panose="020B0600070205080204" pitchFamily="34" charset="-128"/>
                        <a:cs typeface="Mintyo UI" charset="0"/>
                      </a:endParaRPr>
                    </a:p>
                  </a:txBody>
                  <a:tcPr anchor="ctr">
                    <a:lnL w="6350" cap="flat" cmpd="sng" algn="ctr">
                      <a:solidFill>
                        <a:srgbClr val="E0D5CD"/>
                      </a:solidFill>
                      <a:prstDash val="solid"/>
                      <a:round/>
                      <a:headEnd type="none" w="med" len="med"/>
                      <a:tailEnd type="none" w="med" len="med"/>
                    </a:lnL>
                    <a:lnR w="6350" cap="flat" cmpd="sng" algn="ctr">
                      <a:solidFill>
                        <a:srgbClr val="E0D5CD"/>
                      </a:solidFill>
                      <a:prstDash val="solid"/>
                      <a:round/>
                      <a:headEnd type="none" w="med" len="med"/>
                      <a:tailEnd type="none" w="med" len="med"/>
                    </a:lnR>
                    <a:lnT w="6350" cap="flat" cmpd="sng" algn="ctr">
                      <a:solidFill>
                        <a:srgbClr val="E0D5CD"/>
                      </a:solidFill>
                      <a:prstDash val="solid"/>
                      <a:round/>
                      <a:headEnd type="none" w="med" len="med"/>
                      <a:tailEnd type="none" w="med" len="med"/>
                    </a:lnT>
                    <a:lnB w="635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400800"/>
            <a:ext cx="11064240" cy="457200"/>
          </a:xfrm>
          <a:prstGeom prst="rect">
            <a:avLst/>
          </a:prstGeom>
          <a:noFill/>
          <a:ln/>
        </p:spPr>
        <p:txBody>
          <a:bodyPr wrap="square" lIns="0" tIns="0" rIns="0" bIns="0" rtlCol="0" anchor="ctr"/>
          <a:lstStyle/>
          <a:p>
            <a:pPr marL="0" indent="0">
              <a:buNone/>
            </a:pPr>
            <a:r>
              <a:rPr lang="en-US" sz="1300" i="1" dirty="0">
                <a:solidFill>
                  <a:srgbClr val="8A7E78"/>
                </a:solidFill>
                <a:latin typeface="Meiryo UI" panose="020B0604030504040204" pitchFamily="34" charset="-128"/>
                <a:ea typeface="Meiryo UI" panose="020B0604030504040204" pitchFamily="34" charset="-128"/>
                <a:cs typeface="Mintyo UI" pitchFamily="34" charset="-120"/>
              </a:rPr>
              <a:t>※：カメラを段ボール下に設置するため、一度取り出した後に動画用の再現カットへご協力いただけますと幸いです。</a:t>
            </a:r>
            <a:endParaRPr lang="en-US" sz="1300" dirty="0">
              <a:latin typeface="Meiryo UI" panose="020B0604030504040204" pitchFamily="34" charset="-128"/>
              <a:ea typeface="Meiryo UI" panose="020B0604030504040204" pitchFamily="34" charset="-128"/>
            </a:endParaRPr>
          </a:p>
        </p:txBody>
      </p:sp>
      <p:sp>
        <p:nvSpPr>
          <p:cNvPr id="7" name="Shape 3">
            <a:extLst>
              <a:ext uri="{FF2B5EF4-FFF2-40B4-BE49-F238E27FC236}">
                <a16:creationId xmlns:a16="http://schemas.microsoft.com/office/drawing/2014/main" id="{C98B3074-8FEA-A112-2682-E581292E17B0}"/>
              </a:ext>
            </a:extLst>
          </p:cNvPr>
          <p:cNvSpPr/>
          <p:nvPr/>
        </p:nvSpPr>
        <p:spPr>
          <a:xfrm>
            <a:off x="929639" y="5471908"/>
            <a:ext cx="11078153" cy="955474"/>
          </a:xfrm>
          <a:prstGeom prst="rect">
            <a:avLst/>
          </a:prstGeom>
          <a:solidFill>
            <a:srgbClr val="FFFFFF"/>
          </a:solidFill>
          <a:ln/>
          <a:effectLst>
            <a:outerShdw blurRad="88900" dist="38100" dir="8100000" algn="bl" rotWithShape="0">
              <a:srgbClr val="000000">
                <a:alpha val="16000"/>
              </a:srgbClr>
            </a:outerShdw>
          </a:effectLst>
        </p:spPr>
        <p:txBody>
          <a:bodyPr/>
          <a:lstStyle/>
          <a:p>
            <a:endParaRPr lang="ja-JP" altLang="en-US">
              <a:latin typeface="Meiryo UI" panose="020B0604030504040204" pitchFamily="34" charset="-128"/>
              <a:ea typeface="Meiryo UI" panose="020B0604030504040204" pitchFamily="34" charset="-128"/>
            </a:endParaRPr>
          </a:p>
        </p:txBody>
      </p:sp>
      <p:sp>
        <p:nvSpPr>
          <p:cNvPr id="8" name="Text 5">
            <a:extLst>
              <a:ext uri="{FF2B5EF4-FFF2-40B4-BE49-F238E27FC236}">
                <a16:creationId xmlns:a16="http://schemas.microsoft.com/office/drawing/2014/main" id="{AE039870-0E6C-6A82-EC6C-3DB991877417}"/>
              </a:ext>
            </a:extLst>
          </p:cNvPr>
          <p:cNvSpPr/>
          <p:nvPr/>
        </p:nvSpPr>
        <p:spPr>
          <a:xfrm>
            <a:off x="838200" y="3942147"/>
            <a:ext cx="4983480" cy="548640"/>
          </a:xfrm>
          <a:prstGeom prst="rect">
            <a:avLst/>
          </a:prstGeom>
          <a:noFill/>
          <a:ln/>
        </p:spPr>
        <p:txBody>
          <a:bodyPr wrap="square" lIns="0" tIns="0" rIns="0" bIns="0" rtlCol="0" anchor="ctr"/>
          <a:lstStyle/>
          <a:p>
            <a:pPr marL="0" indent="0">
              <a:buNone/>
            </a:pPr>
            <a:r>
              <a:rPr lang="en-US" sz="1500" b="1" dirty="0">
                <a:solidFill>
                  <a:srgbClr val="FFFFFF"/>
                </a:solidFill>
                <a:latin typeface="Meiryo UI" panose="020B0604030504040204" pitchFamily="34" charset="-128"/>
                <a:ea typeface="Meiryo UI" panose="020B0604030504040204" pitchFamily="34" charset="-128"/>
                <a:cs typeface="Mintyo UI" pitchFamily="34" charset="-120"/>
              </a:rPr>
              <a:t>［インタビュー </a:t>
            </a:r>
            <a:r>
              <a:rPr lang="en-US" sz="1500" b="1" dirty="0" err="1">
                <a:solidFill>
                  <a:srgbClr val="FFFFFF"/>
                </a:solidFill>
                <a:latin typeface="Meiryo UI" panose="020B0604030504040204" pitchFamily="34" charset="-128"/>
                <a:ea typeface="Meiryo UI" panose="020B0604030504040204" pitchFamily="34" charset="-128"/>
                <a:cs typeface="Mintyo UI" pitchFamily="34" charset="-120"/>
              </a:rPr>
              <a:t>パート</a:t>
            </a:r>
            <a:r>
              <a:rPr lang="en-US" sz="1500" b="1" dirty="0">
                <a:solidFill>
                  <a:srgbClr val="FFFFFF"/>
                </a:solidFill>
                <a:latin typeface="Meiryo UI" panose="020B0604030504040204" pitchFamily="34" charset="-128"/>
                <a:ea typeface="Meiryo UI" panose="020B0604030504040204" pitchFamily="34" charset="-128"/>
                <a:cs typeface="Mintyo UI" pitchFamily="34" charset="-120"/>
              </a:rPr>
              <a:t>］</a:t>
            </a:r>
            <a:endParaRPr lang="en-US" sz="1500" dirty="0">
              <a:latin typeface="Meiryo UI" panose="020B0604030504040204" pitchFamily="34" charset="-128"/>
              <a:ea typeface="Meiryo UI" panose="020B0604030504040204" pitchFamily="34" charset="-128"/>
            </a:endParaRPr>
          </a:p>
        </p:txBody>
      </p:sp>
      <p:sp>
        <p:nvSpPr>
          <p:cNvPr id="9" name="Text 6">
            <a:extLst>
              <a:ext uri="{FF2B5EF4-FFF2-40B4-BE49-F238E27FC236}">
                <a16:creationId xmlns:a16="http://schemas.microsoft.com/office/drawing/2014/main" id="{183BA08B-7281-DEE7-AAB0-D6835DE759E2}"/>
              </a:ext>
            </a:extLst>
          </p:cNvPr>
          <p:cNvSpPr/>
          <p:nvPr/>
        </p:nvSpPr>
        <p:spPr>
          <a:xfrm>
            <a:off x="1203960" y="4196200"/>
            <a:ext cx="4892040" cy="1355718"/>
          </a:xfrm>
          <a:prstGeom prst="rect">
            <a:avLst/>
          </a:prstGeom>
          <a:noFill/>
          <a:ln/>
        </p:spPr>
        <p:txBody>
          <a:bodyPr wrap="square" lIns="0" tIns="0" rIns="0" bIns="0" rtlCol="0" anchor="t"/>
          <a:lstStyle/>
          <a:p>
            <a:pPr marL="0" indent="0">
              <a:buNone/>
            </a:pPr>
            <a:r>
              <a:rPr lang="en-US" sz="1200" b="1" dirty="0">
                <a:solidFill>
                  <a:srgbClr val="B11226"/>
                </a:solidFill>
                <a:latin typeface="Meiryo UI" panose="020B0604030504040204" pitchFamily="34" charset="-128"/>
                <a:ea typeface="Meiryo UI" panose="020B0604030504040204" pitchFamily="34" charset="-128"/>
                <a:cs typeface="Mintyo UI" pitchFamily="34" charset="-120"/>
              </a:rPr>
              <a:t>A：どんなお仕事をされていますか？</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1A1A1A"/>
                </a:solidFill>
                <a:latin typeface="Meiryo UI" panose="020B0604030504040204" pitchFamily="34" charset="-128"/>
                <a:ea typeface="Meiryo UI" panose="020B0604030504040204" pitchFamily="34" charset="-128"/>
                <a:cs typeface="Mintyo UI" pitchFamily="34" charset="-120"/>
              </a:rPr>
              <a:t>B：</a:t>
            </a:r>
            <a:r>
              <a:rPr lang="en-US" sz="1200" dirty="0">
                <a:solidFill>
                  <a:srgbClr val="4A4A4A"/>
                </a:solidFill>
                <a:latin typeface="Meiryo UI" panose="020B0604030504040204" pitchFamily="34" charset="-128"/>
                <a:ea typeface="Meiryo UI" panose="020B0604030504040204" pitchFamily="34" charset="-128"/>
                <a:cs typeface="Mintyo UI" pitchFamily="34" charset="-120"/>
              </a:rPr>
              <a:t>私たちは〇〇な会社で、△△をしています。</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B11226"/>
                </a:solidFill>
                <a:latin typeface="Meiryo UI" panose="020B0604030504040204" pitchFamily="34" charset="-128"/>
                <a:ea typeface="Meiryo UI" panose="020B0604030504040204" pitchFamily="34" charset="-128"/>
                <a:cs typeface="Mintyo UI" pitchFamily="34" charset="-120"/>
              </a:rPr>
              <a:t>A：今のお仕事を始められたきっかけは？</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1A1A1A"/>
                </a:solidFill>
                <a:latin typeface="Meiryo UI" panose="020B0604030504040204" pitchFamily="34" charset="-128"/>
                <a:ea typeface="Meiryo UI" panose="020B0604030504040204" pitchFamily="34" charset="-128"/>
                <a:cs typeface="Mintyo UI" pitchFamily="34" charset="-120"/>
              </a:rPr>
              <a:t>B：</a:t>
            </a:r>
            <a:r>
              <a:rPr lang="en-US" sz="1200" dirty="0">
                <a:solidFill>
                  <a:srgbClr val="4A4A4A"/>
                </a:solidFill>
                <a:latin typeface="Meiryo UI" panose="020B0604030504040204" pitchFamily="34" charset="-128"/>
                <a:ea typeface="Meiryo UI" panose="020B0604030504040204" pitchFamily="34" charset="-128"/>
                <a:cs typeface="Mintyo UI" pitchFamily="34" charset="-120"/>
              </a:rPr>
              <a:t>もともと〜の経験があって、〜のために始めました。</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B11226"/>
                </a:solidFill>
                <a:latin typeface="Meiryo UI" panose="020B0604030504040204" pitchFamily="34" charset="-128"/>
                <a:ea typeface="Meiryo UI" panose="020B0604030504040204" pitchFamily="34" charset="-128"/>
                <a:cs typeface="Mintyo UI" pitchFamily="34" charset="-120"/>
              </a:rPr>
              <a:t>A：今回のだるまへのこだわりポイントは？</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1A1A1A"/>
                </a:solidFill>
                <a:latin typeface="Meiryo UI" panose="020B0604030504040204" pitchFamily="34" charset="-128"/>
                <a:ea typeface="Meiryo UI" panose="020B0604030504040204" pitchFamily="34" charset="-128"/>
                <a:cs typeface="Mintyo UI" pitchFamily="34" charset="-120"/>
              </a:rPr>
              <a:t>B：</a:t>
            </a:r>
            <a:r>
              <a:rPr lang="en-US" sz="1200" dirty="0">
                <a:solidFill>
                  <a:srgbClr val="4A4A4A"/>
                </a:solidFill>
                <a:latin typeface="Meiryo UI" panose="020B0604030504040204" pitchFamily="34" charset="-128"/>
                <a:ea typeface="Meiryo UI" panose="020B0604030504040204" pitchFamily="34" charset="-128"/>
                <a:cs typeface="Mintyo UI" pitchFamily="34" charset="-120"/>
              </a:rPr>
              <a:t>色を〇〇にしたところです。△△への想いを込めています。</a:t>
            </a:r>
            <a:endParaRPr lang="en-US" sz="1200" dirty="0">
              <a:latin typeface="Meiryo UI" panose="020B0604030504040204" pitchFamily="34" charset="-128"/>
              <a:ea typeface="Meiryo UI" panose="020B0604030504040204" pitchFamily="34" charset="-128"/>
            </a:endParaRPr>
          </a:p>
        </p:txBody>
      </p:sp>
      <p:sp>
        <p:nvSpPr>
          <p:cNvPr id="11" name="Shape 8">
            <a:extLst>
              <a:ext uri="{FF2B5EF4-FFF2-40B4-BE49-F238E27FC236}">
                <a16:creationId xmlns:a16="http://schemas.microsoft.com/office/drawing/2014/main" id="{C018AAC6-C5BA-C660-2FC7-A3001FAD8DE4}"/>
              </a:ext>
            </a:extLst>
          </p:cNvPr>
          <p:cNvSpPr/>
          <p:nvPr/>
        </p:nvSpPr>
        <p:spPr>
          <a:xfrm>
            <a:off x="563879" y="4094548"/>
            <a:ext cx="365761" cy="1298442"/>
          </a:xfrm>
          <a:prstGeom prst="rect">
            <a:avLst/>
          </a:prstGeom>
          <a:solidFill>
            <a:srgbClr val="B11226"/>
          </a:solidFill>
          <a:ln/>
        </p:spPr>
        <p:txBody>
          <a:bodyPr anchor="ctr"/>
          <a:lstStyle/>
          <a:p>
            <a:pPr algn="ctr"/>
            <a:r>
              <a:rPr lang="en-US" altLang="ja-JP" dirty="0">
                <a:solidFill>
                  <a:schemeClr val="bg1"/>
                </a:solidFill>
                <a:latin typeface="Meiryo UI" panose="020B0604030504040204" pitchFamily="34" charset="-128"/>
                <a:ea typeface="Meiryo UI" panose="020B0604030504040204" pitchFamily="34" charset="-128"/>
              </a:rPr>
              <a:t>4</a:t>
            </a:r>
          </a:p>
        </p:txBody>
      </p:sp>
      <p:sp>
        <p:nvSpPr>
          <p:cNvPr id="12" name="Text 10">
            <a:extLst>
              <a:ext uri="{FF2B5EF4-FFF2-40B4-BE49-F238E27FC236}">
                <a16:creationId xmlns:a16="http://schemas.microsoft.com/office/drawing/2014/main" id="{E3D47158-00E7-D170-6CE8-F3430251E148}"/>
              </a:ext>
            </a:extLst>
          </p:cNvPr>
          <p:cNvSpPr/>
          <p:nvPr/>
        </p:nvSpPr>
        <p:spPr>
          <a:xfrm>
            <a:off x="1203960" y="5574309"/>
            <a:ext cx="4709160" cy="774154"/>
          </a:xfrm>
          <a:prstGeom prst="rect">
            <a:avLst/>
          </a:prstGeom>
          <a:noFill/>
          <a:ln/>
        </p:spPr>
        <p:txBody>
          <a:bodyPr wrap="square" lIns="0" tIns="0" rIns="0" bIns="0" rtlCol="0" anchor="t"/>
          <a:lstStyle/>
          <a:p>
            <a:pPr marL="0" indent="0">
              <a:buNone/>
            </a:pPr>
            <a:r>
              <a:rPr lang="en-US" sz="1200" b="1" dirty="0" err="1">
                <a:solidFill>
                  <a:srgbClr val="B11226"/>
                </a:solidFill>
                <a:latin typeface="Meiryo UI" panose="020B0604030504040204" pitchFamily="34" charset="-128"/>
                <a:ea typeface="Meiryo UI" panose="020B0604030504040204" pitchFamily="34" charset="-128"/>
                <a:cs typeface="Mintyo UI" pitchFamily="34" charset="-120"/>
              </a:rPr>
              <a:t>A：お仕事をしていてやりがい</a:t>
            </a:r>
            <a:r>
              <a:rPr lang="en-US" sz="1200" b="1" dirty="0">
                <a:solidFill>
                  <a:srgbClr val="B11226"/>
                </a:solidFill>
                <a:latin typeface="Meiryo UI" panose="020B0604030504040204" pitchFamily="34" charset="-128"/>
                <a:ea typeface="Meiryo UI" panose="020B0604030504040204" pitchFamily="34" charset="-128"/>
                <a:cs typeface="Mintyo UI" pitchFamily="34" charset="-120"/>
              </a:rPr>
              <a:t>/大変だったことは？</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1A1A1A"/>
                </a:solidFill>
                <a:latin typeface="Meiryo UI" panose="020B0604030504040204" pitchFamily="34" charset="-128"/>
                <a:ea typeface="Meiryo UI" panose="020B0604030504040204" pitchFamily="34" charset="-128"/>
                <a:cs typeface="Mintyo UI" pitchFamily="34" charset="-120"/>
              </a:rPr>
              <a:t>B：</a:t>
            </a:r>
            <a:r>
              <a:rPr lang="en-US" sz="1200" dirty="0">
                <a:solidFill>
                  <a:srgbClr val="4A4A4A"/>
                </a:solidFill>
                <a:latin typeface="Meiryo UI" panose="020B0604030504040204" pitchFamily="34" charset="-128"/>
                <a:ea typeface="Meiryo UI" panose="020B0604030504040204" pitchFamily="34" charset="-128"/>
                <a:cs typeface="Mintyo UI" pitchFamily="34" charset="-120"/>
              </a:rPr>
              <a:t>一番うれしいのは〜の瞬間です。</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B11226"/>
                </a:solidFill>
                <a:latin typeface="Meiryo UI" panose="020B0604030504040204" pitchFamily="34" charset="-128"/>
                <a:ea typeface="Meiryo UI" panose="020B0604030504040204" pitchFamily="34" charset="-128"/>
                <a:cs typeface="Mintyo UI" pitchFamily="34" charset="-120"/>
              </a:rPr>
              <a:t>A：最後に目標を教えてください。</a:t>
            </a:r>
            <a:endParaRPr lang="en-US" sz="1200" dirty="0">
              <a:latin typeface="Meiryo UI" panose="020B0604030504040204" pitchFamily="34" charset="-128"/>
              <a:ea typeface="Meiryo UI" panose="020B0604030504040204" pitchFamily="34" charset="-128"/>
            </a:endParaRPr>
          </a:p>
          <a:p>
            <a:pPr marL="0" indent="0">
              <a:buNone/>
            </a:pPr>
            <a:r>
              <a:rPr lang="en-US" sz="1200" b="1" dirty="0">
                <a:solidFill>
                  <a:srgbClr val="1A1A1A"/>
                </a:solidFill>
                <a:latin typeface="Meiryo UI" panose="020B0604030504040204" pitchFamily="34" charset="-128"/>
                <a:ea typeface="Meiryo UI" panose="020B0604030504040204" pitchFamily="34" charset="-128"/>
                <a:cs typeface="Mintyo UI" pitchFamily="34" charset="-120"/>
              </a:rPr>
              <a:t>B：</a:t>
            </a:r>
            <a:r>
              <a:rPr lang="en-US" sz="1200" dirty="0">
                <a:solidFill>
                  <a:srgbClr val="4A4A4A"/>
                </a:solidFill>
                <a:latin typeface="Meiryo UI" panose="020B0604030504040204" pitchFamily="34" charset="-128"/>
                <a:ea typeface="Meiryo UI" panose="020B0604030504040204" pitchFamily="34" charset="-128"/>
                <a:cs typeface="Mintyo UI" pitchFamily="34" charset="-120"/>
              </a:rPr>
              <a:t>これから〇〇を実現します！</a:t>
            </a:r>
            <a:endParaRPr lang="en-US" sz="1200" dirty="0">
              <a:latin typeface="Meiryo UI" panose="020B0604030504040204" pitchFamily="34" charset="-128"/>
              <a:ea typeface="Meiryo UI" panose="020B0604030504040204" pitchFamily="34" charset="-128"/>
            </a:endParaRPr>
          </a:p>
        </p:txBody>
      </p:sp>
      <p:sp>
        <p:nvSpPr>
          <p:cNvPr id="15" name="Text 1">
            <a:extLst>
              <a:ext uri="{FF2B5EF4-FFF2-40B4-BE49-F238E27FC236}">
                <a16:creationId xmlns:a16="http://schemas.microsoft.com/office/drawing/2014/main" id="{839941A5-150B-C59F-EB04-B8CEF1D3672E}"/>
              </a:ext>
            </a:extLst>
          </p:cNvPr>
          <p:cNvSpPr/>
          <p:nvPr/>
        </p:nvSpPr>
        <p:spPr>
          <a:xfrm>
            <a:off x="563879" y="3792872"/>
            <a:ext cx="10058400" cy="320040"/>
          </a:xfrm>
          <a:prstGeom prst="rect">
            <a:avLst/>
          </a:prstGeom>
          <a:noFill/>
          <a:ln/>
        </p:spPr>
        <p:txBody>
          <a:bodyPr wrap="square" lIns="0" tIns="0" rIns="0" bIns="0" rtlCol="0" anchor="ctr"/>
          <a:lstStyle/>
          <a:p>
            <a:r>
              <a:rPr lang="en-US" sz="1300" b="1" kern="0" spc="200" dirty="0" err="1">
                <a:solidFill>
                  <a:srgbClr val="B11226"/>
                </a:solidFill>
                <a:latin typeface="Meiryo UI" panose="020B0604030504040204" pitchFamily="34" charset="-128"/>
                <a:ea typeface="Meiryo UI" panose="020B0604030504040204" pitchFamily="34" charset="-128"/>
                <a:cs typeface="Mintyo UI" pitchFamily="34" charset="-120"/>
              </a:rPr>
              <a:t>台本</a:t>
            </a:r>
            <a:r>
              <a:rPr lang="en-US" sz="1300" b="1" kern="0" spc="200" dirty="0">
                <a:solidFill>
                  <a:srgbClr val="B11226"/>
                </a:solidFill>
                <a:latin typeface="Meiryo UI" panose="020B0604030504040204" pitchFamily="34" charset="-128"/>
                <a:ea typeface="Meiryo UI" panose="020B0604030504040204" pitchFamily="34" charset="-128"/>
                <a:cs typeface="Mintyo UI" pitchFamily="34" charset="-120"/>
              </a:rPr>
              <a:t> （A＝</a:t>
            </a:r>
            <a:r>
              <a:rPr lang="ja-JP" altLang="en-US" sz="1300" b="1" kern="0" spc="200">
                <a:solidFill>
                  <a:srgbClr val="B11226"/>
                </a:solidFill>
                <a:latin typeface="Meiryo UI" panose="020B0604030504040204" pitchFamily="34" charset="-128"/>
                <a:ea typeface="Meiryo UI" panose="020B0604030504040204" pitchFamily="34" charset="-128"/>
                <a:cs typeface="Mintyo UI" pitchFamily="34" charset="-120"/>
              </a:rPr>
              <a:t>質問者／</a:t>
            </a:r>
            <a:r>
              <a:rPr lang="en-US" sz="1300" b="1" kern="0" spc="200" dirty="0">
                <a:solidFill>
                  <a:srgbClr val="B11226"/>
                </a:solidFill>
                <a:latin typeface="Meiryo UI" panose="020B0604030504040204" pitchFamily="34" charset="-128"/>
                <a:ea typeface="Meiryo UI" panose="020B0604030504040204" pitchFamily="34" charset="-128"/>
                <a:cs typeface="Mintyo UI" pitchFamily="34" charset="-120"/>
              </a:rPr>
              <a:t>B＝</a:t>
            </a:r>
            <a:r>
              <a:rPr lang="ja-JP" altLang="en-US" sz="1300" b="1" kern="0" spc="200">
                <a:solidFill>
                  <a:srgbClr val="B11226"/>
                </a:solidFill>
                <a:latin typeface="Meiryo UI" panose="020B0604030504040204" pitchFamily="34" charset="-128"/>
                <a:ea typeface="Meiryo UI" panose="020B0604030504040204" pitchFamily="34" charset="-128"/>
                <a:cs typeface="Mintyo UI" pitchFamily="34" charset="-120"/>
              </a:rPr>
              <a:t>ご担当者様）</a:t>
            </a:r>
            <a:endParaRPr lang="en-US" sz="1300" dirty="0">
              <a:latin typeface="Meiryo UI" panose="020B0604030504040204" pitchFamily="34" charset="-128"/>
              <a:ea typeface="Meiryo UI" panose="020B0604030504040204" pitchFamily="34" charset="-128"/>
            </a:endParaRPr>
          </a:p>
        </p:txBody>
      </p:sp>
      <p:pic>
        <p:nvPicPr>
          <p:cNvPr id="29" name="図 28">
            <a:extLst>
              <a:ext uri="{FF2B5EF4-FFF2-40B4-BE49-F238E27FC236}">
                <a16:creationId xmlns:a16="http://schemas.microsoft.com/office/drawing/2014/main" id="{3793EB8D-ED14-FC11-9965-A6CAB35D4B58}"/>
              </a:ext>
            </a:extLst>
          </p:cNvPr>
          <p:cNvPicPr>
            <a:picLocks noChangeAspect="1"/>
          </p:cNvPicPr>
          <p:nvPr/>
        </p:nvPicPr>
        <p:blipFill>
          <a:blip r:embed="rId3"/>
          <a:stretch>
            <a:fillRect/>
          </a:stretch>
        </p:blipFill>
        <p:spPr>
          <a:xfrm>
            <a:off x="7715825" y="1449257"/>
            <a:ext cx="1172685" cy="2102313"/>
          </a:xfrm>
          <a:prstGeom prst="rect">
            <a:avLst/>
          </a:prstGeom>
        </p:spPr>
      </p:pic>
      <p:pic>
        <p:nvPicPr>
          <p:cNvPr id="30" name="図 29">
            <a:extLst>
              <a:ext uri="{FF2B5EF4-FFF2-40B4-BE49-F238E27FC236}">
                <a16:creationId xmlns:a16="http://schemas.microsoft.com/office/drawing/2014/main" id="{6C4B2BF9-F422-CA06-097D-C6899EB5A46D}"/>
              </a:ext>
            </a:extLst>
          </p:cNvPr>
          <p:cNvPicPr>
            <a:picLocks noChangeAspect="1"/>
          </p:cNvPicPr>
          <p:nvPr/>
        </p:nvPicPr>
        <p:blipFill>
          <a:blip r:embed="rId4"/>
          <a:srcRect l="12058" t="-589" r="9595" b="589"/>
          <a:stretch>
            <a:fillRect/>
          </a:stretch>
        </p:blipFill>
        <p:spPr>
          <a:xfrm>
            <a:off x="9275466" y="1449257"/>
            <a:ext cx="1172685" cy="2102313"/>
          </a:xfrm>
          <a:prstGeom prst="rect">
            <a:avLst/>
          </a:prstGeom>
        </p:spPr>
      </p:pic>
      <p:sp>
        <p:nvSpPr>
          <p:cNvPr id="31" name="三角形 30">
            <a:extLst>
              <a:ext uri="{FF2B5EF4-FFF2-40B4-BE49-F238E27FC236}">
                <a16:creationId xmlns:a16="http://schemas.microsoft.com/office/drawing/2014/main" id="{CD2A9724-86F4-112B-8D29-29957C4B9E09}"/>
              </a:ext>
            </a:extLst>
          </p:cNvPr>
          <p:cNvSpPr/>
          <p:nvPr/>
        </p:nvSpPr>
        <p:spPr>
          <a:xfrm rot="5400000">
            <a:off x="8806758" y="2437131"/>
            <a:ext cx="550458" cy="126565"/>
          </a:xfrm>
          <a:prstGeom prst="triangle">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32" name="三角形 31">
            <a:extLst>
              <a:ext uri="{FF2B5EF4-FFF2-40B4-BE49-F238E27FC236}">
                <a16:creationId xmlns:a16="http://schemas.microsoft.com/office/drawing/2014/main" id="{33FB17BE-FC21-4D6B-BA25-18B0A9CBD123}"/>
              </a:ext>
            </a:extLst>
          </p:cNvPr>
          <p:cNvSpPr/>
          <p:nvPr/>
        </p:nvSpPr>
        <p:spPr>
          <a:xfrm rot="5400000">
            <a:off x="10366400" y="2437132"/>
            <a:ext cx="550458" cy="126565"/>
          </a:xfrm>
          <a:prstGeom prst="triangle">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34" charset="-128"/>
              <a:ea typeface="Meiryo UI" panose="020B0604030504040204" pitchFamily="34" charset="-128"/>
            </a:endParaRPr>
          </a:p>
        </p:txBody>
      </p:sp>
      <p:sp>
        <p:nvSpPr>
          <p:cNvPr id="33" name="Text 3">
            <a:extLst>
              <a:ext uri="{FF2B5EF4-FFF2-40B4-BE49-F238E27FC236}">
                <a16:creationId xmlns:a16="http://schemas.microsoft.com/office/drawing/2014/main" id="{5F151959-22B9-3C95-AE20-C1BA011AEFC6}"/>
              </a:ext>
            </a:extLst>
          </p:cNvPr>
          <p:cNvSpPr/>
          <p:nvPr/>
        </p:nvSpPr>
        <p:spPr>
          <a:xfrm>
            <a:off x="7715825" y="3484947"/>
            <a:ext cx="4082885" cy="457200"/>
          </a:xfrm>
          <a:prstGeom prst="rect">
            <a:avLst/>
          </a:prstGeom>
          <a:noFill/>
          <a:ln/>
        </p:spPr>
        <p:txBody>
          <a:bodyPr wrap="square" lIns="0" tIns="0" rIns="0" bIns="0" rtlCol="0" anchor="ctr"/>
          <a:lstStyle/>
          <a:p>
            <a:pPr marL="0" indent="0">
              <a:buNone/>
            </a:pPr>
            <a:r>
              <a:rPr lang="en-US" sz="1300" i="1" dirty="0">
                <a:solidFill>
                  <a:srgbClr val="8A7E78"/>
                </a:solidFill>
                <a:latin typeface="Meiryo UI" panose="020B0604030504040204" pitchFamily="34" charset="-128"/>
                <a:ea typeface="Meiryo UI" panose="020B0604030504040204" pitchFamily="34" charset="-128"/>
                <a:cs typeface="Mintyo UI" pitchFamily="34" charset="-120"/>
              </a:rPr>
              <a:t>※</a:t>
            </a:r>
            <a:r>
              <a:rPr lang="en-US" sz="1300" i="1" dirty="0" err="1">
                <a:solidFill>
                  <a:srgbClr val="8A7E78"/>
                </a:solidFill>
                <a:latin typeface="Meiryo UI" panose="020B0604030504040204" pitchFamily="34" charset="-128"/>
                <a:ea typeface="Meiryo UI" panose="020B0604030504040204" pitchFamily="34" charset="-128"/>
                <a:cs typeface="Mintyo UI" pitchFamily="34" charset="-120"/>
              </a:rPr>
              <a:t>撮影カットイメージ</a:t>
            </a:r>
            <a:endParaRPr lang="en-US" sz="1300" dirty="0">
              <a:latin typeface="Meiryo UI" panose="020B0604030504040204" pitchFamily="34" charset="-128"/>
              <a:ea typeface="Meiryo UI" panose="020B0604030504040204" pitchFamily="34" charset="-128"/>
            </a:endParaRPr>
          </a:p>
        </p:txBody>
      </p:sp>
      <p:pic>
        <p:nvPicPr>
          <p:cNvPr id="37" name="図 36">
            <a:extLst>
              <a:ext uri="{FF2B5EF4-FFF2-40B4-BE49-F238E27FC236}">
                <a16:creationId xmlns:a16="http://schemas.microsoft.com/office/drawing/2014/main" id="{89561D20-9DAF-7E4E-ACA0-EEC390AFE26D}"/>
              </a:ext>
            </a:extLst>
          </p:cNvPr>
          <p:cNvPicPr>
            <a:picLocks noChangeAspect="1"/>
          </p:cNvPicPr>
          <p:nvPr/>
        </p:nvPicPr>
        <p:blipFill>
          <a:blip r:embed="rId5"/>
          <a:stretch>
            <a:fillRect/>
          </a:stretch>
        </p:blipFill>
        <p:spPr>
          <a:xfrm>
            <a:off x="10835107" y="1435146"/>
            <a:ext cx="1172686" cy="2085884"/>
          </a:xfrm>
          <a:prstGeom prst="rect">
            <a:avLst/>
          </a:prstGeom>
        </p:spPr>
      </p:pic>
    </p:spTree>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58</TotalTime>
  <Words>231</Words>
  <Application>Microsoft Macintosh PowerPoint</Application>
  <PresentationFormat>ワイド画面</PresentationFormat>
  <Paragraphs>70</Paragraphs>
  <Slides>3</Slides>
  <Notes>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vt:i4>
      </vt:variant>
    </vt:vector>
  </HeadingPairs>
  <TitlesOfParts>
    <vt:vector size="10" baseType="lpstr">
      <vt:lpstr>Meiryo UI</vt:lpstr>
      <vt:lpstr>Mintyo UI</vt:lpstr>
      <vt:lpstr>MS UI Gothic</vt:lpstr>
      <vt:lpstr>Arial</vt:lpstr>
      <vt:lpstr>Calibri</vt:lpstr>
      <vt:lpstr>Calibri Light</vt:lpstr>
      <vt:lpstr>Office 2013 - 2022 テーマ</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カイシャダルマ × IVS 取材ご協力のご案内</dc:title>
  <dc:subject>PptxGenJS Presentation</dc:subject>
  <dc:creator>カイシャダルマ</dc:creator>
  <cp:lastModifiedBy>葵 遠藤</cp:lastModifiedBy>
  <cp:revision>3</cp:revision>
  <dcterms:created xsi:type="dcterms:W3CDTF">2026-06-27T09:16:25Z</dcterms:created>
  <dcterms:modified xsi:type="dcterms:W3CDTF">2026-06-28T01:54:41Z</dcterms:modified>
</cp:coreProperties>
</file>