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371600"/>
            <a:ext cx="4023360" cy="402336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2606040"/>
            <a:ext cx="548640" cy="548640"/>
          </a:xfrm>
          <a:prstGeom prst="ellipse">
            <a:avLst/>
          </a:prstGeom>
          <a:solidFill>
            <a:srgbClr val="2A1416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2606040"/>
            <a:ext cx="548640" cy="548640"/>
          </a:xfrm>
          <a:prstGeom prst="ellipse">
            <a:avLst/>
          </a:prstGeom>
          <a:solidFill>
            <a:srgbClr val="D89B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SNS PLANNING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会社だるま × IVS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参加者インタビュー動画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41248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企画書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2011680" cy="0"/>
          </a:xfrm>
          <a:prstGeom prst="line">
            <a:avLst/>
          </a:prstGeom>
          <a:noFill/>
          <a:ln w="25400">
            <a:solidFill>
              <a:srgbClr val="D89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983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A79E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目入れ＝決意表明の儀式を、IVSの熱量とともに記録する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8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ステータス：代表確認待ち（v1.0）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VIDEO ②｜PURPOSE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参加者インタビュー動画｜目的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会場の熱量を発信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参加者の生の声で、イベントとブランドの世界観を届ける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194560"/>
            <a:ext cx="914400" cy="91440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共感でUGC化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「叶えたいこと」という普遍テーマで一般視聴者の共感・保存・シェアを誘発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182880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194560"/>
            <a:ext cx="914400" cy="91440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7532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新規フォロワー獲得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3977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公式アカウントの認知を一般層（＝将来の見込み客）へ拡大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BASIC 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基本設計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配信先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554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Instagram Reels / TikTok / YouTube Shorts｜縦型 9:16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05456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0545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想定尺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50545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30〜60秒（フックは冒頭3秒で完結させる）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56432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5643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機材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345643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スマホ＋ジンバル／手元用サブ1台／ピンマイク推奨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407408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074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演出の核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63240" y="440740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目入れ＝願掛け・決意宣言。願いを描く瞬間をクライマックスに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58384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358384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35838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感情設計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63240" y="5358384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自己紹介で親しみ → 「叶えたいこと」で共感 → 目入れの表情で締める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SHOOTING &amp; EDIT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撮影・編集の型｜+α 改善ポイント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短尺で「最後まで見られる・保存される」を底上げする共通ルール。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4747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468880"/>
            <a:ext cx="914400" cy="914400"/>
          </a:xfrm>
          <a:prstGeom prst="ellipse">
            <a:avLst/>
          </a:prstGeom>
          <a:solidFill>
            <a:srgbClr val="D89B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音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音設計（ASMR）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ペンの目入れ音などを意図的に録音。「音ON推奨」テロップで音声視聴を誘発し、満足度を上げる。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4747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468880"/>
            <a:ext cx="914400" cy="91440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画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構図・ループ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重要な文字／顔は画面中央60%（縦型セーフゾーン）に配置。ラスト→冒頭でシームレスループ＝再生回数UP。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2103120"/>
            <a:ext cx="34747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2468880"/>
            <a:ext cx="914400" cy="91440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7532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テロップ2種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質問テロップ＋ネームスーパー（名前・肩書き）を常設。無音視聴でも文脈が伝わり完視聴率が上がる。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VIDEO ②｜STRUCTURE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質問フロー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solidFill>
            <a:srgbClr val="24305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フック（先出し）　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一番エモい「叶えたいこと」を冒頭に先出し → そこから自己紹介へ繋ぐ（完視聴率UP）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640080" cy="64008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2999232"/>
            <a:ext cx="0" cy="118872"/>
          </a:xfrm>
          <a:prstGeom prst="line">
            <a:avLst/>
          </a:prstGeom>
          <a:noFill/>
          <a:ln w="25400">
            <a:solidFill>
              <a:srgbClr val="C9BC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331720"/>
            <a:ext cx="10149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233172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自己紹介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お名前・ステータス（学生／職業など）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640080" cy="64008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45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68680" y="3785616"/>
            <a:ext cx="0" cy="118872"/>
          </a:xfrm>
          <a:prstGeom prst="line">
            <a:avLst/>
          </a:prstGeom>
          <a:noFill/>
          <a:ln w="25400">
            <a:solidFill>
              <a:srgbClr val="C9BC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3118104"/>
            <a:ext cx="10149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31181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参加理由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3118104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「IVSに参加した理由は？」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68680" y="4572000"/>
            <a:ext cx="0" cy="118872"/>
          </a:xfrm>
          <a:prstGeom prst="line">
            <a:avLst/>
          </a:prstGeom>
          <a:noFill/>
          <a:ln w="25400">
            <a:solidFill>
              <a:srgbClr val="C9BC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3904488"/>
            <a:ext cx="10149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37360" y="3904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マイブーム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80560" y="3904488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最近ハマっていること（例：ランニング、Setlog 等）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718304"/>
            <a:ext cx="640080" cy="64008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68680" y="5358384"/>
            <a:ext cx="0" cy="118872"/>
          </a:xfrm>
          <a:prstGeom prst="line">
            <a:avLst/>
          </a:prstGeom>
          <a:noFill/>
          <a:ln w="25400">
            <a:solidFill>
              <a:srgbClr val="C9BC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3040" y="4690872"/>
            <a:ext cx="10149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737360" y="469087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叶えたいこと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0560" y="46908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「あなたが叶えたいことを教えてください」（留学／起業／資格／一人旅）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504688"/>
            <a:ext cx="640080" cy="640080"/>
          </a:xfrm>
          <a:prstGeom prst="ellipse">
            <a:avLst/>
          </a:prstGeom>
          <a:solidFill>
            <a:srgbClr val="24305E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504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463040" y="5477256"/>
            <a:ext cx="10149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737360" y="547725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目入れ＆記念撮影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0560" y="5477256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願いを込めて目入れ → 記念写真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VIDEO ②｜REQUEST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撮影時のお願い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40680" cy="548640"/>
          </a:xfrm>
          <a:prstGeom prst="rect">
            <a:avLst/>
          </a:prstGeom>
          <a:solidFill>
            <a:srgbClr val="2430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事前のご準備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「叶えたいこと」を一言で考えておいてください（動画の主役になります）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自己紹介（名前・ステータス）とマイブームを軽くご準備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600200"/>
            <a:ext cx="5440680" cy="548640"/>
          </a:xfrm>
          <a:prstGeom prst="rect">
            <a:avLst/>
          </a:prstGeom>
          <a:solidFill>
            <a:srgbClr val="24305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当日のお願い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テンポよく短時間で撮影します（1人あたり 約◯分・要確定）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顔出し・SNS掲載可否の同意をお願いします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撮影後、記念写真データをプレゼントします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ON-SITE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当日オペレーション &amp; 準備物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40680" cy="548640"/>
          </a:xfrm>
          <a:prstGeom prst="rect">
            <a:avLst/>
          </a:prstGeom>
          <a:solidFill>
            <a:srgbClr val="2430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オペレーション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役割分担：撮影／聞き手（インタビュアー）／同意・誘導 を分担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撮影ブース：ブランドが映える背景・ロゴ、目入れ用の机、記念写真スポット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記念写真の受け渡し：その場AirDrop／QR／後日送付 のいずれか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600200"/>
            <a:ext cx="5440680" cy="5486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準備物チェックリスト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だるま（体験用）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目入れ用ペン・筆・墨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ジンバル・スマホ（メイン／サブ）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ピンマイク・モバイルバッテリー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背景ボード／ロゴ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同意確認フォーム（掲載可否）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記念写真の受け渡し手段（QR等）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EDIT &amp; DELIVERY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編集・納品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尺・縦横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1600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30〜60秒／縦型 9:16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146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14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テロップ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5146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質問・名前・肩書きを最小限。だるま文化の一言を統一フォーマットで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290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BGM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34290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高揚感のある共通BGMでシリーズ感（権利フリー音源）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3434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343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納品形式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63240" y="4343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会社だるま公式アカウントで投稿。複数人の“まとめ版”も展開可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2578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57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資産化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63240" y="5257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OP/EDのロゴ演出を共通化し、ブランド資産として蓄積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" cy="237744"/>
          </a:xfrm>
          <a:prstGeom prst="ellipse">
            <a:avLst/>
          </a:prstGeom>
          <a:solidFill>
            <a:srgbClr val="D89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FOR APPROVAL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代表に確認したいこと（決め事）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1. 配信先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Reels／TikTok／Shorts の優先順位は？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2880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2. 撮影人数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インタビューは何人を目標にするか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24612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3. 撮影時間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1人あたりの上限の目安（オペ設計に必要）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324612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324612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4. 同意・肖像権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掲載可否の取り方（口頭／書面）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66344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5. ブランド素材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212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ロゴ・指定カラー・フォント・使用可能BGMの有無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66344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466344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6. トーン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5212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「かっこいい/エモい」寄りか「親しみ/応援」寄りか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78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確認後 → 確定版を協力企業へ共有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会社だるま × IVS 参加者インタビュー動画 企画書</dc:title>
  <dc:subject>PptxGenJS Presentation</dc:subject>
  <dc:creator>SNS Planner</dc:creator>
  <cp:lastModifiedBy>SNS Planner</cp:lastModifiedBy>
  <cp:revision>1</cp:revision>
  <dcterms:created xsi:type="dcterms:W3CDTF">2026-06-15T07:50:41Z</dcterms:created>
  <dcterms:modified xsi:type="dcterms:W3CDTF">2026-06-15T07:50:41Z</dcterms:modified>
</cp:coreProperties>
</file>